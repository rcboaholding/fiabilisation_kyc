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charts/chart1.xml" ContentType="application/vnd.openxmlformats-officedocument.drawingml.chart+xml"/>
  <Override PartName="/ppt/ink/ink3.xml" ContentType="application/inkml+xml"/>
  <Override PartName="/ppt/charts/chart2.xml" ContentType="application/vnd.openxmlformats-officedocument.drawingml.chart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charts/chart3.xml" ContentType="application/vnd.openxmlformats-officedocument.drawingml.chart+xml"/>
  <Override PartName="/ppt/ink/ink8.xml" ContentType="application/inkml+xml"/>
  <Override PartName="/ppt/charts/chart4.xml" ContentType="application/vnd.openxmlformats-officedocument.drawingml.chart+xml"/>
  <Override PartName="/ppt/ink/ink9.xml" ContentType="application/inkml+xml"/>
  <Override PartName="/ppt/charts/chart5.xml" ContentType="application/vnd.openxmlformats-officedocument.drawingml.chart+xml"/>
  <Override PartName="/ppt/ink/ink10.xml" ContentType="application/inkml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ink/ink11.xml" ContentType="application/inkml+xml"/>
  <Override PartName="/ppt/ink/ink12.xml" ContentType="application/inkml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ink/ink13.xml" ContentType="application/inkml+xml"/>
  <Override PartName="/ppt/charts/chart10.xml" ContentType="application/vnd.openxmlformats-officedocument.drawingml.chart+xml"/>
  <Override PartName="/ppt/ink/ink14.xml" ContentType="application/inkml+xml"/>
  <Override PartName="/ppt/ink/ink15.xml" ContentType="application/inkml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397" r:id="rId2"/>
    <p:sldId id="398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402" r:id="rId2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10" d="100"/>
          <a:sy n="110" d="100"/>
        </p:scale>
        <p:origin x="658" y="-1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Complétude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1-8289-47BF-9E24-38351DFD70B8}"/>
              </c:ext>
            </c:extLst>
          </c:dPt>
          <c:dPt>
            <c:idx val="1"/>
            <c:invertIfNegative val="1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3-8289-47BF-9E24-38351DFD70B8}"/>
              </c:ext>
            </c:extLst>
          </c:dPt>
          <c:dPt>
            <c:idx val="2"/>
            <c:invertIfNegative val="1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5-8289-47BF-9E24-38351DFD70B8}"/>
              </c:ext>
            </c:extLst>
          </c:dPt>
          <c:dPt>
            <c:idx val="3"/>
            <c:invertIfNegative val="1"/>
            <c:bubble3D val="0"/>
            <c:spPr>
              <a:solidFill>
                <a:srgbClr val="70AD47"/>
              </a:solidFill>
            </c:spPr>
            <c:extLst>
              <c:ext xmlns:c16="http://schemas.microsoft.com/office/drawing/2014/chart" uri="{C3380CC4-5D6E-409C-BE32-E72D297353CC}">
                <c16:uniqueId val="{00000007-8289-47BF-9E24-38351DFD70B8}"/>
              </c:ext>
            </c:extLst>
          </c:dPt>
          <c:dPt>
            <c:idx val="4"/>
            <c:invertIfNegative val="1"/>
            <c:bubble3D val="0"/>
            <c:spPr>
              <a:solidFill>
                <a:srgbClr val="70AD47"/>
              </a:solidFill>
            </c:spPr>
            <c:extLst>
              <c:ext xmlns:c16="http://schemas.microsoft.com/office/drawing/2014/chart" uri="{C3380CC4-5D6E-409C-BE32-E72D297353CC}">
                <c16:uniqueId val="{00000009-8289-47BF-9E24-38351DFD70B8}"/>
              </c:ext>
            </c:extLst>
          </c:dPt>
          <c:dPt>
            <c:idx val="5"/>
            <c:invertIfNegative val="1"/>
            <c:bubble3D val="0"/>
            <c:spPr>
              <a:solidFill>
                <a:srgbClr val="70AD47"/>
              </a:solidFill>
            </c:spPr>
            <c:extLst>
              <c:ext xmlns:c16="http://schemas.microsoft.com/office/drawing/2014/chart" uri="{C3380CC4-5D6E-409C-BE32-E72D297353CC}">
                <c16:uniqueId val="{0000000B-8289-47BF-9E24-38351DFD70B8}"/>
              </c:ext>
            </c:extLst>
          </c:dPt>
          <c:dPt>
            <c:idx val="6"/>
            <c:invertIfNegative val="1"/>
            <c:bubble3D val="0"/>
            <c:spPr>
              <a:solidFill>
                <a:srgbClr val="70AD47"/>
              </a:solidFill>
            </c:spPr>
            <c:extLst>
              <c:ext xmlns:c16="http://schemas.microsoft.com/office/drawing/2014/chart" uri="{C3380CC4-5D6E-409C-BE32-E72D297353CC}">
                <c16:uniqueId val="{0000000D-8289-47BF-9E24-38351DFD70B8}"/>
              </c:ext>
            </c:extLst>
          </c:dPt>
          <c:dPt>
            <c:idx val="7"/>
            <c:invertIfNegative val="1"/>
            <c:bubble3D val="0"/>
            <c:spPr>
              <a:solidFill>
                <a:srgbClr val="70AD47"/>
              </a:solidFill>
            </c:spPr>
            <c:extLst>
              <c:ext xmlns:c16="http://schemas.microsoft.com/office/drawing/2014/chart" uri="{C3380CC4-5D6E-409C-BE32-E72D297353CC}">
                <c16:uniqueId val="{0000000F-8289-47BF-9E24-38351DFD70B8}"/>
              </c:ext>
            </c:extLst>
          </c:dPt>
          <c:dPt>
            <c:idx val="8"/>
            <c:invertIfNegative val="1"/>
            <c:bubble3D val="0"/>
            <c:spPr>
              <a:solidFill>
                <a:srgbClr val="70AD47"/>
              </a:solidFill>
            </c:spPr>
            <c:extLst>
              <c:ext xmlns:c16="http://schemas.microsoft.com/office/drawing/2014/chart" uri="{C3380CC4-5D6E-409C-BE32-E72D297353CC}">
                <c16:uniqueId val="{00000011-8289-47BF-9E24-38351DFD70B8}"/>
              </c:ext>
            </c:extLst>
          </c:dPt>
          <c:dPt>
            <c:idx val="9"/>
            <c:invertIfNegative val="1"/>
            <c:bubble3D val="0"/>
            <c:spPr>
              <a:solidFill>
                <a:srgbClr val="70AD47"/>
              </a:solidFill>
            </c:spPr>
            <c:extLst>
              <c:ext xmlns:c16="http://schemas.microsoft.com/office/drawing/2014/chart" uri="{C3380CC4-5D6E-409C-BE32-E72D297353CC}">
                <c16:uniqueId val="{00000013-8289-47BF-9E24-38351DFD70B8}"/>
              </c:ext>
            </c:extLst>
          </c:dPt>
          <c:dPt>
            <c:idx val="10"/>
            <c:invertIfNegative val="1"/>
            <c:bubble3D val="0"/>
            <c:spPr>
              <a:solidFill>
                <a:srgbClr val="70AD47"/>
              </a:solidFill>
            </c:spPr>
            <c:extLst>
              <c:ext xmlns:c16="http://schemas.microsoft.com/office/drawing/2014/chart" uri="{C3380CC4-5D6E-409C-BE32-E72D297353CC}">
                <c16:uniqueId val="{00000015-8289-47BF-9E24-38351DFD70B8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333333"/>
                    </a:solidFill>
                    <a:latin typeface="Calibri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Salaire</c:v>
                </c:pt>
                <c:pt idx="1">
                  <c:v>Profession</c:v>
                </c:pt>
                <c:pt idx="2">
                  <c:v>Téléphone</c:v>
                </c:pt>
                <c:pt idx="3">
                  <c:v>Lieu de naissance</c:v>
                </c:pt>
                <c:pt idx="4">
                  <c:v>NIN</c:v>
                </c:pt>
                <c:pt idx="5">
                  <c:v>Code agent économique</c:v>
                </c:pt>
                <c:pt idx="6">
                  <c:v>Date de naissance</c:v>
                </c:pt>
                <c:pt idx="7">
                  <c:v>Adresse</c:v>
                </c:pt>
                <c:pt idx="8">
                  <c:v>Date de validité CIN</c:v>
                </c:pt>
                <c:pt idx="9">
                  <c:v>Origine du revenu</c:v>
                </c:pt>
                <c:pt idx="10">
                  <c:v>Pays de résidence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90</c:v>
                </c:pt>
                <c:pt idx="1">
                  <c:v>98</c:v>
                </c:pt>
                <c:pt idx="2">
                  <c:v>98</c:v>
                </c:pt>
                <c:pt idx="3">
                  <c:v>99</c:v>
                </c:pt>
                <c:pt idx="4">
                  <c:v>99</c:v>
                </c:pt>
                <c:pt idx="5">
                  <c:v>99</c:v>
                </c:pt>
                <c:pt idx="6">
                  <c:v>99</c:v>
                </c:pt>
                <c:pt idx="7">
                  <c:v>99</c:v>
                </c:pt>
                <c:pt idx="8">
                  <c:v>99</c:v>
                </c:pt>
                <c:pt idx="9">
                  <c:v>99</c:v>
                </c:pt>
                <c:pt idx="10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8289-47BF-9E24-38351DFD70B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700">
                <a:latin typeface="Calibri"/>
              </a:defRPr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b"/>
        <c:majorGridlines>
          <c:spPr>
            <a:ln w="6350">
              <a:solidFill>
                <a:srgbClr val="E0E0E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libri"/>
              </a:defRPr>
            </a:pPr>
            <a:endParaRPr lang="fr-F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7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Complétude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D32F2F"/>
              </a:solidFill>
            </c:spPr>
            <c:extLst>
              <c:ext xmlns:c16="http://schemas.microsoft.com/office/drawing/2014/chart" uri="{C3380CC4-5D6E-409C-BE32-E72D297353CC}">
                <c16:uniqueId val="{00000001-072A-4DB0-98F5-571EE0B3796C}"/>
              </c:ext>
            </c:extLst>
          </c:dPt>
          <c:dPt>
            <c:idx val="1"/>
            <c:invertIfNegative val="1"/>
            <c:bubble3D val="0"/>
            <c:spPr>
              <a:solidFill>
                <a:srgbClr val="D32F2F"/>
              </a:solidFill>
            </c:spPr>
            <c:extLst>
              <c:ext xmlns:c16="http://schemas.microsoft.com/office/drawing/2014/chart" uri="{C3380CC4-5D6E-409C-BE32-E72D297353CC}">
                <c16:uniqueId val="{00000003-072A-4DB0-98F5-571EE0B3796C}"/>
              </c:ext>
            </c:extLst>
          </c:dPt>
          <c:dPt>
            <c:idx val="2"/>
            <c:invertIfNegative val="1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5-072A-4DB0-98F5-571EE0B3796C}"/>
              </c:ext>
            </c:extLst>
          </c:dPt>
          <c:dPt>
            <c:idx val="3"/>
            <c:invertIfNegative val="1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7-072A-4DB0-98F5-571EE0B3796C}"/>
              </c:ext>
            </c:extLst>
          </c:dPt>
          <c:dPt>
            <c:idx val="4"/>
            <c:invertIfNegative val="1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9-072A-4DB0-98F5-571EE0B3796C}"/>
              </c:ext>
            </c:extLst>
          </c:dPt>
          <c:dPt>
            <c:idx val="5"/>
            <c:invertIfNegative val="1"/>
            <c:bubble3D val="0"/>
            <c:spPr>
              <a:solidFill>
                <a:srgbClr val="70AD47"/>
              </a:solidFill>
            </c:spPr>
            <c:extLst>
              <c:ext xmlns:c16="http://schemas.microsoft.com/office/drawing/2014/chart" uri="{C3380CC4-5D6E-409C-BE32-E72D297353CC}">
                <c16:uniqueId val="{0000000B-072A-4DB0-98F5-571EE0B3796C}"/>
              </c:ext>
            </c:extLst>
          </c:dPt>
          <c:dPt>
            <c:idx val="6"/>
            <c:invertIfNegative val="1"/>
            <c:bubble3D val="0"/>
            <c:spPr>
              <a:solidFill>
                <a:srgbClr val="70AD47"/>
              </a:solidFill>
            </c:spPr>
            <c:extLst>
              <c:ext xmlns:c16="http://schemas.microsoft.com/office/drawing/2014/chart" uri="{C3380CC4-5D6E-409C-BE32-E72D297353CC}">
                <c16:uniqueId val="{0000000D-072A-4DB0-98F5-571EE0B3796C}"/>
              </c:ext>
            </c:extLst>
          </c:dPt>
          <c:dPt>
            <c:idx val="7"/>
            <c:invertIfNegative val="1"/>
            <c:bubble3D val="0"/>
            <c:spPr>
              <a:solidFill>
                <a:srgbClr val="70AD47"/>
              </a:solidFill>
            </c:spPr>
            <c:extLst>
              <c:ext xmlns:c16="http://schemas.microsoft.com/office/drawing/2014/chart" uri="{C3380CC4-5D6E-409C-BE32-E72D297353CC}">
                <c16:uniqueId val="{0000000F-072A-4DB0-98F5-571EE0B3796C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333333"/>
                    </a:solidFill>
                    <a:latin typeface="Calibri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Résultat net</c:v>
                </c:pt>
                <c:pt idx="1">
                  <c:v>Capital social</c:v>
                </c:pt>
                <c:pt idx="2">
                  <c:v>Chiffre d'affaires</c:v>
                </c:pt>
                <c:pt idx="3">
                  <c:v>Numéro de registre de commerce</c:v>
                </c:pt>
                <c:pt idx="4">
                  <c:v>Téléphone</c:v>
                </c:pt>
                <c:pt idx="5">
                  <c:v>Secteur d'activité</c:v>
                </c:pt>
                <c:pt idx="6">
                  <c:v>Code agent économique</c:v>
                </c:pt>
                <c:pt idx="7">
                  <c:v>Origine du revenu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</c:v>
                </c:pt>
                <c:pt idx="1">
                  <c:v>75</c:v>
                </c:pt>
                <c:pt idx="2">
                  <c:v>86</c:v>
                </c:pt>
                <c:pt idx="3">
                  <c:v>88</c:v>
                </c:pt>
                <c:pt idx="4">
                  <c:v>93</c:v>
                </c:pt>
                <c:pt idx="5">
                  <c:v>99</c:v>
                </c:pt>
                <c:pt idx="6">
                  <c:v>99</c:v>
                </c:pt>
                <c:pt idx="7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072A-4DB0-98F5-571EE0B3796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700">
                <a:latin typeface="Calibri"/>
              </a:defRPr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b"/>
        <c:majorGridlines>
          <c:spPr>
            <a:ln w="6350">
              <a:solidFill>
                <a:srgbClr val="E0E0E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libri"/>
              </a:defRPr>
            </a:pPr>
            <a:endParaRPr lang="fr-F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7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Anomalies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D32F2F"/>
              </a:solidFill>
            </c:spPr>
            <c:extLst>
              <c:ext xmlns:c16="http://schemas.microsoft.com/office/drawing/2014/chart" uri="{C3380CC4-5D6E-409C-BE32-E72D297353CC}">
                <c16:uniqueId val="{00000001-D779-4300-AFDF-6C9F9C52AA41}"/>
              </c:ext>
            </c:extLst>
          </c:dPt>
          <c:dPt>
            <c:idx val="1"/>
            <c:invertIfNegative val="1"/>
            <c:bubble3D val="0"/>
            <c:spPr>
              <a:solidFill>
                <a:srgbClr val="D32F2F"/>
              </a:solidFill>
            </c:spPr>
            <c:extLst>
              <c:ext xmlns:c16="http://schemas.microsoft.com/office/drawing/2014/chart" uri="{C3380CC4-5D6E-409C-BE32-E72D297353CC}">
                <c16:uniqueId val="{00000003-D779-4300-AFDF-6C9F9C52AA41}"/>
              </c:ext>
            </c:extLst>
          </c:dPt>
          <c:dPt>
            <c:idx val="2"/>
            <c:invertIfNegative val="1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5-D779-4300-AFDF-6C9F9C52AA41}"/>
              </c:ext>
            </c:extLst>
          </c:dPt>
          <c:dPt>
            <c:idx val="3"/>
            <c:invertIfNegative val="1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7-D779-4300-AFDF-6C9F9C52AA41}"/>
              </c:ext>
            </c:extLst>
          </c:dPt>
          <c:dPt>
            <c:idx val="4"/>
            <c:invertIfNegative val="1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9-D779-4300-AFDF-6C9F9C52AA4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1">
                    <a:solidFill>
                      <a:srgbClr val="333333"/>
                    </a:solidFill>
                    <a:latin typeface="Calibri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Date de révision KYC</c:v>
                </c:pt>
                <c:pt idx="1">
                  <c:v>Document d'identité </c:v>
                </c:pt>
                <c:pt idx="2">
                  <c:v>Non-résident sans bo</c:v>
                </c:pt>
                <c:pt idx="3">
                  <c:v>Format téléphone inv</c:v>
                </c:pt>
                <c:pt idx="4">
                  <c:v>NUMID trop court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172454</c:v>
                </c:pt>
                <c:pt idx="1">
                  <c:v>91529</c:v>
                </c:pt>
                <c:pt idx="2">
                  <c:v>2963</c:v>
                </c:pt>
                <c:pt idx="3">
                  <c:v>1763</c:v>
                </c:pt>
                <c:pt idx="4">
                  <c:v>1763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779-4300-AFDF-6C9F9C52AA4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b"/>
        <c:majorGridlines>
          <c:spPr>
            <a:ln w="6350">
              <a:solidFill>
                <a:srgbClr val="E0E0E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  <a:endParaRPr lang="fr-F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Anomalies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D32F2F"/>
              </a:solidFill>
            </c:spPr>
            <c:extLst>
              <c:ext xmlns:c16="http://schemas.microsoft.com/office/drawing/2014/chart" uri="{C3380CC4-5D6E-409C-BE32-E72D297353CC}">
                <c16:uniqueId val="{00000001-5E37-434F-82F5-741638DE4E61}"/>
              </c:ext>
            </c:extLst>
          </c:dPt>
          <c:dPt>
            <c:idx val="1"/>
            <c:invertIfNegative val="1"/>
            <c:bubble3D val="0"/>
            <c:spPr>
              <a:solidFill>
                <a:srgbClr val="D32F2F"/>
              </a:solidFill>
            </c:spPr>
            <c:extLst>
              <c:ext xmlns:c16="http://schemas.microsoft.com/office/drawing/2014/chart" uri="{C3380CC4-5D6E-409C-BE32-E72D297353CC}">
                <c16:uniqueId val="{00000003-5E37-434F-82F5-741638DE4E61}"/>
              </c:ext>
            </c:extLst>
          </c:dPt>
          <c:dPt>
            <c:idx val="2"/>
            <c:invertIfNegative val="1"/>
            <c:bubble3D val="0"/>
            <c:spPr>
              <a:solidFill>
                <a:srgbClr val="D32F2F"/>
              </a:solidFill>
            </c:spPr>
            <c:extLst>
              <c:ext xmlns:c16="http://schemas.microsoft.com/office/drawing/2014/chart" uri="{C3380CC4-5D6E-409C-BE32-E72D297353CC}">
                <c16:uniqueId val="{00000005-5E37-434F-82F5-741638DE4E61}"/>
              </c:ext>
            </c:extLst>
          </c:dPt>
          <c:dPt>
            <c:idx val="3"/>
            <c:invertIfNegative val="1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7-5E37-434F-82F5-741638DE4E61}"/>
              </c:ext>
            </c:extLst>
          </c:dPt>
          <c:dPt>
            <c:idx val="4"/>
            <c:invertIfNegative val="1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9-5E37-434F-82F5-741638DE4E6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1">
                    <a:solidFill>
                      <a:srgbClr val="333333"/>
                    </a:solidFill>
                    <a:latin typeface="Calibri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CA positif mais résu</c:v>
                </c:pt>
                <c:pt idx="1">
                  <c:v>Société avec capital</c:v>
                </c:pt>
                <c:pt idx="2">
                  <c:v>RCS renseigné mais s</c:v>
                </c:pt>
                <c:pt idx="3">
                  <c:v>Capital social nul</c:v>
                </c:pt>
                <c:pt idx="4">
                  <c:v>Format téléphone inv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10877</c:v>
                </c:pt>
                <c:pt idx="1">
                  <c:v>9146</c:v>
                </c:pt>
                <c:pt idx="2">
                  <c:v>4230</c:v>
                </c:pt>
                <c:pt idx="3">
                  <c:v>2065</c:v>
                </c:pt>
                <c:pt idx="4">
                  <c:v>441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E37-434F-82F5-741638DE4E6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b"/>
        <c:majorGridlines>
          <c:spPr>
            <a:ln w="6350">
              <a:solidFill>
                <a:srgbClr val="E0E0E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  <a:endParaRPr lang="fr-F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Entreprises</c:v>
                </c:pt>
              </c:strCache>
            </c:strRef>
          </c:tx>
          <c:spPr>
            <a:solidFill>
              <a:srgbClr val="009A56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1">
                    <a:solidFill>
                      <a:srgbClr val="333333"/>
                    </a:solidFill>
                    <a:latin typeface="Calibri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EUR</c:v>
                </c:pt>
                <c:pt idx="1">
                  <c:v>USD</c:v>
                </c:pt>
                <c:pt idx="2">
                  <c:v>GBP</c:v>
                </c:pt>
                <c:pt idx="3">
                  <c:v>ATS</c:v>
                </c:pt>
                <c:pt idx="4">
                  <c:v>FRF</c:v>
                </c:pt>
                <c:pt idx="5">
                  <c:v>CAD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420</c:v>
                </c:pt>
                <c:pt idx="1">
                  <c:v>210</c:v>
                </c:pt>
                <c:pt idx="2">
                  <c:v>9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3FE-406C-9D19-CCD4686150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Particuliers</c:v>
                </c:pt>
              </c:strCache>
            </c:strRef>
          </c:tx>
          <c:spPr>
            <a:solidFill>
              <a:srgbClr val="70AD47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1">
                    <a:solidFill>
                      <a:srgbClr val="333333"/>
                    </a:solidFill>
                    <a:latin typeface="Calibri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EUR</c:v>
                </c:pt>
                <c:pt idx="1">
                  <c:v>USD</c:v>
                </c:pt>
                <c:pt idx="2">
                  <c:v>GBP</c:v>
                </c:pt>
                <c:pt idx="3">
                  <c:v>ATS</c:v>
                </c:pt>
                <c:pt idx="4">
                  <c:v>FRF</c:v>
                </c:pt>
                <c:pt idx="5">
                  <c:v>CAD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483</c:v>
                </c:pt>
                <c:pt idx="1">
                  <c:v>149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63FE-406C-9D19-CCD46861507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  <a:endParaRPr lang="fr-FR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650"/>
          </a:pPr>
          <a:endParaRPr lang="fr-FR"/>
        </a:p>
      </c:txPr>
    </c:legend>
    <c:plotVisOnly val="1"/>
    <c:dispBlanksAs val="gap"/>
    <c:showDLblsOverMax val="1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Global</c:v>
                </c:pt>
              </c:strCache>
            </c:strRef>
          </c:tx>
          <c:spPr>
            <a:solidFill>
              <a:srgbClr val="666666"/>
            </a:solidFill>
          </c:spPr>
          <c:invertIfNegative val="1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1">
                    <a:solidFill>
                      <a:srgbClr val="333333"/>
                    </a:solidFill>
                    <a:latin typeface="Calibri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Salaire</c:v>
                </c:pt>
                <c:pt idx="1">
                  <c:v>Profession</c:v>
                </c:pt>
                <c:pt idx="2">
                  <c:v>Téléphone</c:v>
                </c:pt>
                <c:pt idx="3">
                  <c:v>Lieu de naissance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98</c:v>
                </c:pt>
                <c:pt idx="2">
                  <c:v>98</c:v>
                </c:pt>
                <c:pt idx="3">
                  <c:v>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FBC-4472-88DE-7C65A2A8EAA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PPE</c:v>
                </c:pt>
              </c:strCache>
            </c:strRef>
          </c:tx>
          <c:spPr>
            <a:solidFill>
              <a:srgbClr val="1B2A4A"/>
            </a:solidFill>
          </c:spPr>
          <c:invertIfNegative val="1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1">
                    <a:solidFill>
                      <a:srgbClr val="333333"/>
                    </a:solidFill>
                    <a:latin typeface="Calibri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Salaire</c:v>
                </c:pt>
                <c:pt idx="1">
                  <c:v>Profession</c:v>
                </c:pt>
                <c:pt idx="2">
                  <c:v>Téléphone</c:v>
                </c:pt>
                <c:pt idx="3">
                  <c:v>Lieu de naissance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97</c:v>
                </c:pt>
                <c:pt idx="1">
                  <c:v>99</c:v>
                </c:pt>
                <c:pt idx="2">
                  <c:v>99</c:v>
                </c:pt>
                <c:pt idx="3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FBC-4472-88DE-7C65A2A8EAA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Devise étrangère</c:v>
                </c:pt>
              </c:strCache>
            </c:strRef>
          </c:tx>
          <c:spPr>
            <a:solidFill>
              <a:srgbClr val="F59E0B"/>
            </a:solidFill>
          </c:spPr>
          <c:invertIfNegative val="1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1">
                    <a:solidFill>
                      <a:srgbClr val="333333"/>
                    </a:solidFill>
                    <a:latin typeface="Calibri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Salaire</c:v>
                </c:pt>
                <c:pt idx="1">
                  <c:v>Profession</c:v>
                </c:pt>
                <c:pt idx="2">
                  <c:v>Téléphone</c:v>
                </c:pt>
                <c:pt idx="3">
                  <c:v>Lieu de naissance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67</c:v>
                </c:pt>
                <c:pt idx="1">
                  <c:v>75</c:v>
                </c:pt>
                <c:pt idx="2">
                  <c:v>77</c:v>
                </c:pt>
                <c:pt idx="3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DFBC-4472-88DE-7C65A2A8EAA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Non-résidents</c:v>
                </c:pt>
              </c:strCache>
            </c:strRef>
          </c:tx>
          <c:spPr>
            <a:solidFill>
              <a:srgbClr val="D32F2F"/>
            </a:solidFill>
          </c:spPr>
          <c:invertIfNegative val="1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1">
                    <a:solidFill>
                      <a:srgbClr val="333333"/>
                    </a:solidFill>
                    <a:latin typeface="Calibri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Salaire</c:v>
                </c:pt>
                <c:pt idx="1">
                  <c:v>Profession</c:v>
                </c:pt>
                <c:pt idx="2">
                  <c:v>Téléphone</c:v>
                </c:pt>
                <c:pt idx="3">
                  <c:v>Lieu de naissance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42</c:v>
                </c:pt>
                <c:pt idx="1">
                  <c:v>93</c:v>
                </c:pt>
                <c:pt idx="2">
                  <c:v>97</c:v>
                </c:pt>
                <c:pt idx="3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DFBC-4472-88DE-7C65A2A8EAA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  <a:endParaRPr lang="fr-FR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650"/>
          </a:pPr>
          <a:endParaRPr lang="fr-FR"/>
        </a:p>
      </c:txPr>
    </c:legend>
    <c:plotVisOnly val="1"/>
    <c:dispBlanksAs val="gap"/>
    <c:showDLblsOverMax val="1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Global</c:v>
                </c:pt>
              </c:strCache>
            </c:strRef>
          </c:tx>
          <c:spPr>
            <a:solidFill>
              <a:srgbClr val="666666"/>
            </a:solidFill>
          </c:spPr>
          <c:invertIfNegative val="1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1">
                    <a:solidFill>
                      <a:srgbClr val="333333"/>
                    </a:solidFill>
                    <a:latin typeface="Calibri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Résultat net</c:v>
                </c:pt>
                <c:pt idx="1">
                  <c:v>Capital social</c:v>
                </c:pt>
                <c:pt idx="2">
                  <c:v>Chiffre d'affaires</c:v>
                </c:pt>
                <c:pt idx="3">
                  <c:v>Numéro de registre de commerce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</c:v>
                </c:pt>
                <c:pt idx="1">
                  <c:v>75</c:v>
                </c:pt>
                <c:pt idx="2">
                  <c:v>86</c:v>
                </c:pt>
                <c:pt idx="3">
                  <c:v>88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BFF-421E-B355-6492AF0075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Devise étrangère</c:v>
                </c:pt>
              </c:strCache>
            </c:strRef>
          </c:tx>
          <c:spPr>
            <a:solidFill>
              <a:srgbClr val="1B2A4A"/>
            </a:solidFill>
          </c:spPr>
          <c:invertIfNegative val="1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1">
                    <a:solidFill>
                      <a:srgbClr val="333333"/>
                    </a:solidFill>
                    <a:latin typeface="Calibri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Résultat net</c:v>
                </c:pt>
                <c:pt idx="1">
                  <c:v>Capital social</c:v>
                </c:pt>
                <c:pt idx="2">
                  <c:v>Chiffre d'affaires</c:v>
                </c:pt>
                <c:pt idx="3">
                  <c:v>Numéro de registre de commerce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</c:v>
                </c:pt>
                <c:pt idx="1">
                  <c:v>70</c:v>
                </c:pt>
                <c:pt idx="2">
                  <c:v>82</c:v>
                </c:pt>
                <c:pt idx="3">
                  <c:v>79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BFF-421E-B355-6492AF00757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Non-résidents</c:v>
                </c:pt>
              </c:strCache>
            </c:strRef>
          </c:tx>
          <c:spPr>
            <a:solidFill>
              <a:srgbClr val="F59E0B"/>
            </a:solidFill>
          </c:spPr>
          <c:invertIfNegative val="1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1">
                    <a:solidFill>
                      <a:srgbClr val="333333"/>
                    </a:solidFill>
                    <a:latin typeface="Calibri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Résultat net</c:v>
                </c:pt>
                <c:pt idx="1">
                  <c:v>Capital social</c:v>
                </c:pt>
                <c:pt idx="2">
                  <c:v>Chiffre d'affaires</c:v>
                </c:pt>
                <c:pt idx="3">
                  <c:v>Numéro de registre de commerce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91</c:v>
                </c:pt>
                <c:pt idx="2">
                  <c:v>85</c:v>
                </c:pt>
                <c:pt idx="3">
                  <c:v>95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1BFF-421E-B355-6492AF00757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  <a:endParaRPr lang="fr-FR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650"/>
          </a:pPr>
          <a:endParaRPr lang="fr-FR"/>
        </a:p>
      </c:txPr>
    </c:legend>
    <c:plotVisOnly val="1"/>
    <c:dispBlanksAs val="gap"/>
    <c:showDLblsOverMax val="1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bubble3D val="0"/>
            <c:spPr>
              <a:solidFill>
                <a:srgbClr val="70AD47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C2D8-4970-87C5-8F2FBE4B01C4}"/>
              </c:ext>
            </c:extLst>
          </c:dPt>
          <c:dPt>
            <c:idx val="1"/>
            <c:bubble3D val="0"/>
            <c:spPr>
              <a:solidFill>
                <a:srgbClr val="009A56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C2D8-4970-87C5-8F2FBE4B01C4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C2D8-4970-87C5-8F2FBE4B01C4}"/>
              </c:ext>
            </c:extLst>
          </c:dPt>
          <c:dPt>
            <c:idx val="3"/>
            <c:bubble3D val="0"/>
            <c:spPr>
              <a:solidFill>
                <a:srgbClr val="D32F2F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C2D8-4970-87C5-8F2FBE4B01C4}"/>
              </c:ext>
            </c:extLst>
          </c:dPt>
          <c:dPt>
            <c:idx val="4"/>
            <c:bubble3D val="0"/>
            <c:spPr>
              <a:solidFill>
                <a:srgbClr val="666666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C2D8-4970-87C5-8F2FBE4B01C4}"/>
              </c:ext>
            </c:extLst>
          </c:dPt>
          <c:cat>
            <c:strRef>
              <c:f>Sheet1!$A$2:$A$6</c:f>
              <c:strCache>
                <c:ptCount val="5"/>
                <c:pt idx="0">
                  <c:v>Faible</c:v>
                </c:pt>
                <c:pt idx="1">
                  <c:v>Moyen faible</c:v>
                </c:pt>
                <c:pt idx="2">
                  <c:v>Moyen élevé</c:v>
                </c:pt>
                <c:pt idx="3">
                  <c:v>Élevé</c:v>
                </c:pt>
                <c:pt idx="4">
                  <c:v>Non noté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383920</c:v>
                </c:pt>
                <c:pt idx="2">
                  <c:v>2404</c:v>
                </c:pt>
                <c:pt idx="3">
                  <c:v>3040</c:v>
                </c:pt>
                <c:pt idx="4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2D8-4970-87C5-8F2FBE4B01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  <c:txPr>
        <a:bodyPr/>
        <a:lstStyle/>
        <a:p>
          <a:pPr>
            <a:defRPr sz="650"/>
          </a:pPr>
          <a:endParaRPr lang="fr-FR"/>
        </a:p>
      </c:txPr>
    </c:legend>
    <c:plotVisOnly val="1"/>
    <c:dispBlanksAs val="gap"/>
    <c:showDLblsOverMax val="0"/>
  </c:chart>
  <c:txPr>
    <a:bodyPr/>
    <a:lstStyle/>
    <a:p>
      <a:pPr>
        <a:defRPr sz="650">
          <a:latin typeface="Calibri"/>
        </a:defRPr>
      </a:pPr>
      <a:endParaRPr lang="fr-FR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bubble3D val="0"/>
            <c:spPr>
              <a:solidFill>
                <a:srgbClr val="70AD47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B3AD-41C1-8D5A-F3A11FB7881A}"/>
              </c:ext>
            </c:extLst>
          </c:dPt>
          <c:dPt>
            <c:idx val="1"/>
            <c:bubble3D val="0"/>
            <c:spPr>
              <a:solidFill>
                <a:srgbClr val="009A56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B3AD-41C1-8D5A-F3A11FB7881A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B3AD-41C1-8D5A-F3A11FB7881A}"/>
              </c:ext>
            </c:extLst>
          </c:dPt>
          <c:dPt>
            <c:idx val="3"/>
            <c:bubble3D val="0"/>
            <c:spPr>
              <a:solidFill>
                <a:srgbClr val="D32F2F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B3AD-41C1-8D5A-F3A11FB7881A}"/>
              </c:ext>
            </c:extLst>
          </c:dPt>
          <c:dPt>
            <c:idx val="4"/>
            <c:bubble3D val="0"/>
            <c:spPr>
              <a:solidFill>
                <a:srgbClr val="666666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B3AD-41C1-8D5A-F3A11FB7881A}"/>
              </c:ext>
            </c:extLst>
          </c:dPt>
          <c:cat>
            <c:strRef>
              <c:f>Sheet1!$A$2:$A$6</c:f>
              <c:strCache>
                <c:ptCount val="5"/>
                <c:pt idx="0">
                  <c:v>Faible</c:v>
                </c:pt>
                <c:pt idx="1">
                  <c:v>Moyen faible</c:v>
                </c:pt>
                <c:pt idx="2">
                  <c:v>Moyen élevé</c:v>
                </c:pt>
                <c:pt idx="3">
                  <c:v>Élevé</c:v>
                </c:pt>
                <c:pt idx="4">
                  <c:v>Non noté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</c:v>
                </c:pt>
                <c:pt idx="1">
                  <c:v>12968</c:v>
                </c:pt>
                <c:pt idx="2">
                  <c:v>2249</c:v>
                </c:pt>
                <c:pt idx="3">
                  <c:v>397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3AD-41C1-8D5A-F3A11FB788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  <c:txPr>
        <a:bodyPr/>
        <a:lstStyle/>
        <a:p>
          <a:pPr>
            <a:defRPr sz="650"/>
          </a:pPr>
          <a:endParaRPr lang="fr-FR"/>
        </a:p>
      </c:txPr>
    </c:legend>
    <c:plotVisOnly val="1"/>
    <c:dispBlanksAs val="gap"/>
    <c:showDLblsOverMax val="0"/>
  </c:chart>
  <c:txPr>
    <a:bodyPr/>
    <a:lstStyle/>
    <a:p>
      <a:pPr>
        <a:defRPr sz="650">
          <a:latin typeface="Calibri"/>
        </a:defRPr>
      </a:pPr>
      <a:endParaRPr lang="fr-FR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Particuliers</c:v>
                </c:pt>
              </c:strCache>
            </c:strRef>
          </c:tx>
          <c:spPr>
            <a:solidFill>
              <a:srgbClr val="009A56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1">
                    <a:solidFill>
                      <a:srgbClr val="333333"/>
                    </a:solidFill>
                    <a:latin typeface="Calibri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Échue</c:v>
                </c:pt>
                <c:pt idx="1">
                  <c:v>Non renseignée</c:v>
                </c:pt>
                <c:pt idx="2">
                  <c:v>&lt; 3 mois</c:v>
                </c:pt>
                <c:pt idx="3">
                  <c:v>3–6 mois</c:v>
                </c:pt>
                <c:pt idx="4">
                  <c:v>6–12 mois</c:v>
                </c:pt>
                <c:pt idx="5">
                  <c:v>&gt; 12 mois</c:v>
                </c:pt>
                <c:pt idx="6">
                  <c:v>Format invalide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172454</c:v>
                </c:pt>
                <c:pt idx="1">
                  <c:v>31053</c:v>
                </c:pt>
                <c:pt idx="2">
                  <c:v>44192</c:v>
                </c:pt>
                <c:pt idx="3">
                  <c:v>38558</c:v>
                </c:pt>
                <c:pt idx="4">
                  <c:v>20040</c:v>
                </c:pt>
                <c:pt idx="5">
                  <c:v>83124</c:v>
                </c:pt>
                <c:pt idx="6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131-495D-B57F-77E40C933A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Entreprises</c:v>
                </c:pt>
              </c:strCache>
            </c:strRef>
          </c:tx>
          <c:spPr>
            <a:solidFill>
              <a:srgbClr val="F59E0B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1">
                    <a:solidFill>
                      <a:srgbClr val="333333"/>
                    </a:solidFill>
                    <a:latin typeface="Calibri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Échue</c:v>
                </c:pt>
                <c:pt idx="1">
                  <c:v>Non renseignée</c:v>
                </c:pt>
                <c:pt idx="2">
                  <c:v>&lt; 3 mois</c:v>
                </c:pt>
                <c:pt idx="3">
                  <c:v>3–6 mois</c:v>
                </c:pt>
                <c:pt idx="4">
                  <c:v>6–12 mois</c:v>
                </c:pt>
                <c:pt idx="5">
                  <c:v>&gt; 12 mois</c:v>
                </c:pt>
                <c:pt idx="6">
                  <c:v>Format invalide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246</c:v>
                </c:pt>
                <c:pt idx="1">
                  <c:v>10534</c:v>
                </c:pt>
                <c:pt idx="2">
                  <c:v>98</c:v>
                </c:pt>
                <c:pt idx="3">
                  <c:v>120</c:v>
                </c:pt>
                <c:pt idx="4">
                  <c:v>298</c:v>
                </c:pt>
                <c:pt idx="5">
                  <c:v>4380</c:v>
                </c:pt>
                <c:pt idx="6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C131-495D-B57F-77E40C933A3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  <a:endParaRPr lang="fr-FR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650"/>
          </a:pPr>
          <a:endParaRPr lang="fr-FR"/>
        </a:p>
      </c:txPr>
    </c:legend>
    <c:plotVisOnly val="1"/>
    <c:dispBlanksAs val="gap"/>
    <c:showDLblsOverMax val="1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8-03T14:15:53.58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  <inkml:brush xml:id="br1">
      <inkml:brushProperty name="width" value="0.05292" units="cm"/>
      <inkml:brushProperty name="height" value="0.05292" units="cm"/>
      <inkml:brushProperty name="color" value="#FF8000"/>
      <inkml:brushProperty name="antiAliased" value="0"/>
    </inkml:brush>
  </inkml:definitions>
  <inkml:trace contextRef="#ctx0" brushRef="#br0">1806 2360 6 0,'0'0'3'0,"0"-19"-3"0,0-2 2 0,0-8 1 0,-10 10 0 0,10-1 2 0,0 10 1 0,0 0-3 0,0 20 4 0,-10 9-4 0,10 22-1 0,0 8-1 0,0-10-2 0,0 1 2 0,0 10-2 0,0-20 2 0,0-11 2 0,0-8 3 0,10-11-3 0,-10-11-1 0,0-8-2 0,0-11 2 0,0-9-2 0,0-1 0 0,0-1 1 0,0 1-1 0,-10 2 1 0,0-2-1 0,0 0 1 0,0 0 0 0,-10 11-1 0,10 9 1 0,0 10-1 0,10-1 0 0,0 11-1 0,0 0 1 0,0 11-1 0,0 19 1 0,20-10-1 0,10 18 0 0,10 23 1 0,9 7-1 0,1 2-2 0,0-10-4 0,-11 10-2 0,-19-11 4 0,0-10 4 0,-20-8 0 0,0-12 2 0,0-19 1 0,-20 9 3 0,0-19 1 0,-29 0-2 0,9 0-2 0,0 0 1 0,11-9-1 0,9-1-1 0,0 0-1 0,10 10-1 0,10-9-2 0,20-11-4 0,10 9-10 0,9-19 6 0,21 11 2 0,-11-11 7 0,1 21 2 0,-10-11 1 0,-1 10-1 0,-9 10 1 0,-20 0 2 0,10 0 2 0,-10 10 0 0,1-10 2 0,-2 0 0 0,1 0-1 0,-1-10 0 0,11-10-2 0,-20 10-1 0,11-11-1 0,-2 2-1 0,-9-1 1 0,-9 11 0 0,-2-2 1 0,-9 11 1 0,11 11 4 0,-10 18-1 0,8 1-2 0,1-1-2 0,10 1-1 0,0-1 0 0,30 2 0 0,-11-22-1 0,31-9 1 0,20-9-4 0,-21-1-14 0,-9-11-20 0,-10-8 1 0,-20 29 20 0</inkml:trace>
  <inkml:trace contextRef="#ctx0" brushRef="#br0" timeOffset="1">2381 2162 13 0,'-20'0'3'0,"-19"0"-1"0,19 11 0 0,-20 7-2 0,31 3-1 0,9 9-6 0,19-20-5 0</inkml:trace>
  <inkml:trace contextRef="#ctx0" brushRef="#br0" timeOffset="2">2550 2500 16 0,'0'0'6'0,"0"-11"3"0,0 11 0 0,0-19 3 0,20-1-2 0,0 0-2 0,9-20-4 0,1-9-1 0,0 20-6 0,-10-11 4 0,-20 10-1 0,10 0-1 0,-10-9-2 0,-20 19 2 0,0 0 2 0,-10 0-3 0,10 20 1 0,1 9 0 0,9 22 0 0,0-1 1 0,0 39-1 0,20 10 3 0,0 31-2 0,19-11 0 0,-9 0 0 0,0-11-2 0,20 3-3 0,-20-32 1 0,-1 11-1 0,-9-41 5 0,-10 1 0 0,0-20 2 0,-10-1 1 0,10-9-1 0,-29-30-3 0,9-10 1 0,-10-8-1 0,10-12 1 0,0-9 0 0,1 9 0 0,19 11 0 0,0 19 0 0,9 10 1 0,1-11-1 0,10 22 1 0,0-11 0 0,10 1-3 0,-10 8 1 0,9-8 1 0,-9 9 0 0,0 10 0 0,0-11 0 0,-10 2 0 0,0 18 1 0,1 2 5 0,-2 18-1 0,-9-8 0 0,0 8-1 0,10-9-2 0,-1 0 1 0,1 0-2 0,0-20 0 0,1 0-5 0,8 0-28 0,1-30-3 0,-10 30 22 0</inkml:trace>
  <inkml:trace contextRef="#ctx0" brushRef="#br0" timeOffset="3">2947 2272 25 0,'-20'-11'23'0,"9"2"-15"0,2 9-1 0,-10-10-5 0,19 10-5 0,0 10-23 0,9 10-10 0</inkml:trace>
  <inkml:trace contextRef="#ctx0" brushRef="#br0" timeOffset="4">3036 2529 10 0,'0'0'4'0,"0"-9"0"0,0-1-3 0,0 0 5 0,0-1 2 0,0 2-2 0,0-1 3 0,0 10 4 0,0 19-3 0,0 2-2 0,10 9-3 0,0 0 0 0,0-1-3 0,-10-9 1 0,10 0-2 0,0-10 0 0,10-1 1 0,-11-9-2 0,11-19-3 0,-10-1-5 0,10 0-2 0,0 0 2 0,-10 0 3 0,0 1 2 0,0-1 2 0,0 10 1 0,-10 0 1 0,0 10 2 0,0 10 3 0,0 0-2 0,10-1 1 0,-10 12 1 0,9-12-2 0,-9 2 0 0,10-2-1 0,10-9-2 0,0 9 0 0,-10-9 1 0,10 0-1 0,-10-9-3 0,10 9 3 0,-1-9-3 0,-9-11 0 0,0 10-1 0,0-1 0 0,-10 2 1 0,10 9 1 0,-10 0 3 0,0 9 4 0,0 12-3 0,-10-1-1 0,10-2-1 0,10 3 0 0,0-11 0 0,20-10-1 0,0 0-1 0,-1-20-16 0,1 0-30 0,0 0 17 0,-30 11 22 0</inkml:trace>
  <inkml:trace contextRef="#ctx0" brushRef="#br0" timeOffset="5">3542 2232 19 0,'0'0'4'0,"-10"0"10"0,1-11-11 0,-2 11-2 0,1-9-8 0,10 18-12 0,0-9 4 0</inkml:trace>
  <inkml:trace contextRef="#ctx0" brushRef="#br0" timeOffset="6">3631 2520 17 0,'0'0'6'0,"0"9"2"0,0 2 0 0,10 8 6 0,0 1-5 0,0-11-2 0,0 2-1 0,0-11-4 0,0 0-1 0,0-20-1 0,0-9-1 0,-10-1 1 0,0-1-1 0,0 1 0 0,0 1 0 0,0 10-2 0,0 9-5 0,10-1-20 0,10 11-7 0</inkml:trace>
  <inkml:trace contextRef="#ctx0" brushRef="#br0" timeOffset="7">4316 2718 7 0,'-10'-20'3'0,"-10"1"-3"0,0-11 1 0,1 0 0 0,19-1 0 0,9 2-1 0,1 10 1 0,20-1-1 0,-10-11 1 0,20 12-1 0,-11-1 1 0,1 0 0 0,0-9 0 0,-10-1 0 0,10 10 1 0,-11-11-2 0,-9 13 1 0,-10-12-1 0,0 10 1 0,0 0 0 0,-10 0-1 0,1-1 1 0,-1 3 1 0,0 7 1 0,-10-8 1 0,0 9-1 0,10 10 1 0,0 20 3 0,-10 0 1 0,10 19 0 0,-9 31-2 0,19-1-3 0,-10-19-1 0,20-1 0 0,9-10-1 0,1-8 0 0,0-11 1 0,-10-1 0 0,20-8 0 0,-10-11 0 0,9 0 0 0,1 0-1 0,-10-20-1 0,10-1 0 0,-10 2 1 0,-1-11-1 0,1 0-2 0,-10 10 2 0,-10 1-1 0,0 9 1 0,-10-1 0 0,-10 22 0 0,1 9 1 0,-1 0 3 0,10 9 0 0,-10 1-1 0,20-1 0 0,0-8-1 0,10-12 0 0,20 2-1 0,39-11-2 0,1-11-12 0,-11-8-28 0,-19 8-1 0,-20 2 31 0</inkml:trace>
  <inkml:trace contextRef="#ctx0" brushRef="#br0" timeOffset="8">5239 2579 15 0,'-10'0'7'0,"10"0"-6"0,-10 0 0 0,10 0 0 0,0 0 0 0,20 0-1 0,0 0-3 0,19 0-4 0,-9-9 5 0,0-2 1 0,0-19 1 0,-1 11 0 0,-9-2 1 0,10 2-1 0,-10-10 1 0,-10 9 3 0,-10 0 2 0,0 0 1 0,0-1-2 0,-10 12 1 0,0 9-2 0,10 9-1 0,-10 21-1 0,-1 10 1 0,11 0-1 0,0 49 0 0,11-20-3 0,-1-8 0 0,0-2 1 0,10 1-4 0,-10-12 0 0,-1-17 2 0,-9-1 3 0,0-21-1 0,-9 2 1 0,9-11-2 0,-20-11-4 0,10-8 0 0,0-11 2 0,0-10-1 0,-1-9-2 0,11-12 1 0,0 3 3 0,21 17 2 0,-1 22 0 0,0 9-1 0,-1-1 2 0,1 2-1 0,10 0 0 0,0-2 0 0,0 2 1 0,-11-1 2 0,11-1 1 0,-10-8-1 0,0 9-3 0,0-1 1 0,-10-8-1 0,-10 8 1 0,0 2 0 0,0 0 0 0,-20 9 2 0,10 0 2 0,-10 9 3 0,0 0 1 0,10 2 1 0,-10 8-2 0,10 2-2 0,1-11-4 0,9 10 0 0,9-10-1 0,11-1 0 0,10 2-2 0,0-11-4 0,10-11-16 0,-1 2-11 0,1-12 15 0,-30 12 5 0</inkml:trace>
  <inkml:trace contextRef="#ctx0" brushRef="#br0" timeOffset="9">5854 2232 13 0,'0'0'2'0,"-30"-11"1"0,0-8 0 0,1 19 3 0,9 0-7 0,0 0-3 0,20 30-4 0,0-20 2 0</inkml:trace>
  <inkml:trace contextRef="#ctx0" brushRef="#br0" timeOffset="10">5943 2529 15 0,'0'0'3'0,"0"-9"2"0,-10-1 4 0,10-11 3 0,-10 2-4 0,10-1-5 0,0 0-1 0,10 1-2 0,-10-2 0 0,10 12 1 0,0 9 2 0,-10 0 4 0,10 20-1 0,-10 9 0 0,0-9-1 0,10 0 0 0,0 10-1 0,0-20-2 0,1 9 0 0,8-8-1 0,0-11-1 0,2 0 1 0,7 0-1 0,3-20 0 0,-1 10-1 0,-11 0-2 0,1-10-4 0,10-1 0 0,-20 12 5 0,0 0 1 0,-10-11 1 0,0 20 1 0,0-10 2 0,0 10 4 0,0 10 1 0,0-1-2 0,0 11-1 0,0-11-1 0,0 2-1 0,0 8 0 0,20-8-2 0,0-11 0 0,-1 0-2 0,1 0-3 0,0 0-10 0,0 0-14 0,0-11-15 0,0 2 12 0</inkml:trace>
  <inkml:trace contextRef="#ctx0" brushRef="#br0" timeOffset="11">6241 2191 40 0,'-20'0'19'0,"10"-8"-12"0,0 8 0 0,0 0-4 0,10 0-4 0,10 0-54 0,0 0 35 0</inkml:trace>
  <inkml:trace contextRef="#ctx0" brushRef="#br0" timeOffset="12">6459 2441 13 0,'0'0'1'0,"-10"0"2"0,10-11 0 0,-10-8 5 0,10 19 0 0,0-10-2 0,0 10 1 0,0 0-3 0,0 20-1 0,0 9-1 0,10-9 2 0,-10 10-2 0,10-10 0 0,0-11 0 0,0 12-1 0,0-12 1 0,10 2-2 0,-10-22-1 0,10 2-2 0,-1-12-5 0,-9 2-2 0,10 9 5 0,-10-10 3 0,0-1 1 0,0 12 2 0,-10 9 3 0,10 0 6 0,-10 9 1 0,0 2-6 0,11-1 1 0,-11-1-1 0,9 2 0 0,1-1-3 0,9-10 0 0,2 0-1 0,-2-10 0 0,1-1-1 0,10 11-1 0,-10-9-1 0,-1-1-2 0,1 10 2 0,-10-11 1 0,10 11 1 0,-20 0 2 0,10 0 2 0,-10 11 1 0,0-1 1 0,0-1-2 0,10 2-1 0,-10-1 0 0,10 0-1 0,10-1 0 0,-1 2-1 0,-9-11-1 0,20 0 1 0,-10 0-1 0,20-11 0 0,-20 2-1 0,-1-1-2 0,1 0-4 0,0-1-2 0,-10 2 2 0,0-1 1 0,0 10 3 0,-10-11 3 0,-10 2 0 0,0 9 0 0,0 0 4 0,0 0 4 0,10 0 0 0,-10 20-1 0,0-1-2 0,10-8 0 0,0 9-3 0,20-11-1 0,0 2 0 0,10-1-1 0,9-10-2 0,1 0-13 0,-10-10-37 0,0-10 13 0,-20 10 25 0</inkml:trace>
  <inkml:trace contextRef="#ctx0" brushRef="#br0" timeOffset="13">7164 2113 22 0,'0'0'6'0,"-30"0"15"0,0 0-9 0,0 0-6 0,10 9-5 0,20 22-2 0,0-11-2 0,20 9-20 0,0 11-4 0,-20-40 13 0</inkml:trace>
  <inkml:trace contextRef="#ctx0" brushRef="#br0" timeOffset="14">7412 2023 12 0,'0'-9'4'0,"-10"-1"7"0,0-1 1 0,10 2 2 0,-10 9-3 0,0 30 0 0,10 29-5 0,0 11 0 0,0-1-1 0,10 10 1 0,0-19-4 0,0 0-1 0,-10-12-1 0,0-18-2 0,0-9 0 0,0-11-4 0,0-10-6 0,-10 0-1 0,10-20 8 0,-10-10 4 0,10 10 2 0,0-19-1 0,0-1 0 0,0 10-1 0,0 1 0 0,10 8-6 0,0 2-16 0,10 8 7 0,-11 11 3 0</inkml:trace>
  <inkml:trace contextRef="#ctx0" brushRef="#br0" timeOffset="15">7590 2500 20 0,'0'0'11'0,"10"0"12"0,-10 0-15 0,10 0-5 0,10-11-1 0,0 2-2 0,0-1 0 0,-1-1-1 0,-9-7-2 0,10 7 0 0,-10-8 2 0,0 9 1 0,-10 10 1 0,0-11 1 0,0 11 2 0,-10 0 2 0,10 21 2 0,-10-11 3 0,10 19-1 0,0 1-4 0,0-10-2 0,0 0-1 0,20 0-1 0,0-10-1 0,10-1-1 0,19 2 0 0,-9-11-1 0,10-11-1 0,-10-8-3 0,-1-11-6 0,-9 9-2 0,-1 2 7 0,-9 8 4 0,-10-7 2 0,-10 7 0 0,-20 2 2 0,1-1 3 0,-1 0 2 0,0 10 3 0,-1 0-2 0,12 20-3 0,-10-11-2 0,19 11-2 0,0-11-1 0,9 2 1 0,1-1-3 0,20 10-3 0,-10-10-13 0,0-10-19 0,-1 0-2 0,-9 0 21 0</inkml:trace>
  <inkml:trace contextRef="#ctx0" brushRef="#br0" timeOffset="16">7283 2232 24 0,'0'0'6'0,"29"0"16"0,20-11-8 0,12 2-6 0,-2-1-6 0,-9-1-4 0,-21 11-34 0,-9 0-2 0</inkml:trace>
  <inkml:trace contextRef="#ctx0" brushRef="#br0" timeOffset="17">8741 2320 14 0,'0'0'2'0,"0"0"1"0,-10 0 3 0,10 0 0 0,-10 11 0 0,10 9-1 0,0 0-3 0,0-1-1 0,0 2-1 0,0-2 1 0,0 1-2 0,10-11 0 0,0 2-5 0,-10-1-5 0,10-1 0 0,0 2-5 0</inkml:trace>
  <inkml:trace contextRef="#ctx0" brushRef="#br0" timeOffset="18">8563 2450 20 0,'0'0'17'0,"-10"-9"-10"0,10 9 0 0,19 0 4 0,12-11-3 0,8 11-6 0,11-9-1 0,-1 9-3 0,1 0-10 0,-11 0-20 0,1 9 5 0</inkml:trace>
  <inkml:trace contextRef="#ctx0" brushRef="#br0" timeOffset="19">9098 2520 15 0,'0'0'4'0,"0"0"2"0,10 0 11 0,10 0-9 0,0 0-4 0,11-20 0 0,-3-10-3 0,12-10-1 0,-10 0 0 0,0-9 0 0,-10-1 0 0,-1 11 1 0,-9-1-1 0,0 11 0 0,-10-1 0 0,-10-1 1 0,0 1-1 0,-19 11 0 0,9 9 0 0,-11 10-1 0,3 10 1 0,-3 30 2 0,-8 9 2 0,9 10 2 0,20 11-1 0,10-1-2 0,0-18-1 0,20-12 0 0,0-9 0 0,10-10 0 0,10-10 0 0,-12 0 0 0,13-10-1 0,-2-20 1 0,-9 0-1 0,10-10-1 0,-10-9 0 0,-11 9 0 0,-9 0 0 0,0-1 0 0,-10 23 0 0,0-2-1 0,0-1 0 0,0 11 0 0,0 21 1 0,0 8 0 0,10-10-1 0,0 11-2 0,0 1 3 0,0-11 1 0,10-2-1 0,-20 3 2 0,10-12 2 0,-10 2 3 0,-10-11 0 0,-20 10-3 0,10-20-2 0,0 10-1 0,1 0-3 0,9-11-15 0,0 11-26 0,0 0 3 0</inkml:trace>
  <inkml:trace contextRef="#ctx0" brushRef="#br0" timeOffset="20">10279 2748 12 0,'-10'0'3'0,"-30"0"-1"0,1 0 3 0,-1-10 6 0,0-10 2 0,11-9-4 0,-1-11-3 0,20 0-2 0,10 10-2 0,0 1-1 0,20-1-1 0,0-1 0 0,-1 1 0 0,11 1 0 0,0 0 0 0,0-1-1 0,-10 0 1 0,-1 9 0 0,-9-8 0 0,-10 10 0 0,0-1 0 0,-10 10 0 0,-9 10 0 0,-1 0 0 0,0 10 1 0,0 20 2 0,0 0 2 0,0 18-1 0,10-7 0 0,1-12-2 0,18 0-1 0,1 1 0 0,10-9 0 0,0-11-1 0,20-10-2 0,-1 0-6 0,1 0-10 0,10-31-7 0,-1 12 8 0,-9-1 12 0,-10 0-9 0</inkml:trace>
  <inkml:trace contextRef="#ctx0" brushRef="#br0" timeOffset="21">10577 2302 14 0,'0'0'6'0,"-10"0"4"0,10 18 3 0,-31 3-3 0,12 9-4 0,-11-11-1 0,1 12-3 0,9-11-2 0,-10-2-1 0,10 3-12 0,10-12-12 0,0 2 13 0,10-11-3 0</inkml:trace>
  <inkml:trace contextRef="#ctx0" brushRef="#br0" timeOffset="22">10418 2331 14 0,'0'0'2'0,"-10"0"2"0,10 0 2 0,0 10 6 0,0 0 1 0,0 20-2 0,10-10-1 0,0 0 0 0,11-11-3 0,7 11-3 0,-8-11-3 0,10 2-2 0,-10-1-9 0,10-10-16 0,-1 0-7 0,-19 0 9 0</inkml:trace>
  <inkml:trace contextRef="#ctx0" brushRef="#br0" timeOffset="23">10815 2331 13 0,'0'0'6'0,"0"0"2"0,-10 0 6 0,0 0-2 0,10 0-3 0,-20 0-1 0,10 10-1 0,0 0-1 0,0 10 0 0,-9 10 0 0,9-10-3 0,10 0 0 0,0-2 0 0,0 3-1 0,0-1 2 0,19-10-1 0,1 0-2 0,0-1 0 0,10 2 0 0,-10-11 0 0,10 0-1 0,-11 0-1 0,1-11 0 0,10-8 0 0,-10 9 0 0,0-10 1 0,0 10-1 0,-11-10 0 0,1 0 2 0,0 11-1 0,0-1 1 0,-10 10-1 0,0-10 1 0,-10 10-4 0,10 0 1 0,0 0 1 0,0 0-3 0,10-11 5 0,-10 11-1 0,10-9 1 0,0-1 0 0,0-20-1 0,-10 9 1 0,10 13-2 0,0-43-1 0,1 22 1 0,-11-12-4 0,9 3 2 0,-9-2 1 0,0 0 1 0,-20 21 0 0,10-12 1 0,0 12-2 0,-10 19 0 0,10 0 1 0,-10 19 2 0,10 31 0 0,1-1 3 0,9 12 0 0,0-2-1 0,9 1-2 0,1-11 1 0,0-10-1 0,0-8 0 0,10-11 0 0,0-2 0 0,1-7 3 0,7-11-3 0,-8 0 1 0,0 0-2 0,10-11 0 0,-10-7-1 0,0-2-1 0,9 0-2 0,-20 0 0 0,12-1 1 0,-11 2 1 0,-10-2 2 0,0 13-1 0,0-2 0 0,-10-1 0 0,0 22 3 0,10 7 1 0,-11 3 0 0,11 9 0 0,0 0 0 0,11-1-1 0,-1-9-1 0,10 0 1 0,0-10 0 0,0-1-2 0,29-9 1 0,-19 0-1 0,-10-9 0 0,10-1-1 0,-10-10 0 0,-1-9-2 0,1 9 1 0,0 9 1 0,-10-8 0 0,-10-1 1 0,10 10 1 0,-10 0 0 0,0 10-1 0,-10 0 2 0,10 20 0 0,-10-11 0 0,10 12 0 0,0-1-1 0,0-10-1 0,10 0 0 0,10-1 0 0,10 2-2 0,-1-11-6 0,1 0-11 0,0-11-2 0,0 2 1 0,-1-11 3 0,1 9 8 0,-11-8 6 0,-8 8 3 0,9 2 2 0,-20-11 3 0,-10 20 6 0,0-11 2 0,-1 3-2 0,-8 8-1 0,10 0-2 0,-2 0-2 0,1 8-4 0,10 13 0 0,0-11-1 0,10 20 1 0,10-10-1 0,-10 0 0 0,10 0-1 0,0-2 0 0,-10 3 1 0,0-1-1 0,-10-10 1 0,0 0 1 0,0-10-1 0,0 0 0 0,-10-20-1 0,10 0 0 0,-10 10-2 0,10-10 0 0,10 0-2 0,-10 11 1 0,20-1 2 0,-11 0 0 0,10-1-1 0,2 2 0 0,-11-1 0 0,10 10 0 0,0 0 1 0,-10-11 1 0,0 11 0 0,0-9 1 0,-1 9 2 0,-9 9 3 0,0 2 1 0,0-1 0 0,0 10-1 0,0 0-2 0,0-11-2 0,0 11 1 0,10-11-1 0,20 2-2 0,-10-11 0 0,10 0-2 0,0 0-12 0,-1-11-14 0,-9 2-15 0,0 0 20 0,-20-2 13 0</inkml:trace>
  <inkml:trace contextRef="#ctx0" brushRef="#br0" timeOffset="24">12115 2221 28 0,'0'0'14'0,"-20"-9"0"0,0-1-6 0,10-1-2 0,0 3-10 0,10 8-3 0,10 8-14 0,10 3-3 0,-20-11 10 0</inkml:trace>
  <inkml:trace contextRef="#ctx0" brushRef="#br0" timeOffset="25">12313 2470 29 0,'0'0'9'0,"10"0"25"0,0-11-17 0,20 11-9 0,-11-18-2 0,1 7-4 0,-9-8-2 0,-2 9 0 0,1-1-3 0,-10-8-3 0,-10 8-3 0,-10 2 2 0,-9-1 5 0,-1 10 1 0,10 0 1 0,-10 10 1 0,10-1 0 0,1 12 1 0,9-1 1 0,10 9 0 0,10-18-1 0,-1 7 2 0,11-7-1 0,0-1-1 0,10-1-1 0,0-9 1 0,-11 0-2 0,1-9 0 0,0-1 0 0,-10-10-1 0,10 11-3 0,-10-11-1 0,0 0 1 0,0 9 3 0,0 2 0 0,0-1 1 0,-10 10-1 0,9 0 4 0,-9 0 2 0,0 10-1 0,10-10 1 0,-10 9-1 0,0 2 0 0,9-1-1 0,2-10 0 0,-1 10-2 0,10-10-1 0,0 0 0 0,0-10-3 0,9 0 1 0,-9-1-5 0,0 2 5 0,-10-1 2 0,0 10 0 0,0 0 1 0,-10 0 2 0,10 19 1 0,-10-8-1 0,0-1-1 0,10 9 1 0,0-8-1 0,0-2 0 0,9-9 0 0,1 0-1 0,0 0-1 0,10 0 0 0,-10-9 0 0,0-2-1 0,-1 2 0 0,-9-1 0 0,0 0 0 0,0-1 2 0,-10 2-1 0,0-1 0 0,0 10-1 0,0 0 0 0,0 0 0 0,10 19 1 0,0-8-1 0,10 9 0 0,1-11-1 0,-2 11 2 0,-10-11 0 0,11 2 0 0,-9-1 2 0,-11-1 0 0,-11 2 1 0,1-1 0 0,0-10-1 0,-9 0-3 0,10 0 0 0,9 0-6 0,-11-10-18 0,22-1-22 0,17 11 1 0</inkml:trace>
  <inkml:trace contextRef="#ctx0" brushRef="#br0" timeOffset="26">13335 2480 66 0,'0'0'35'0,"0"9"-19"0,10-9 2 0,0 0-9 0,0 0-7 0,10 0-3 0,-10 0-17 0,9 0-41 0,-9 0-9 0</inkml:trace>
  <inkml:trace contextRef="#ctx0" brushRef="#br1" timeOffset="27">13236 8453 14 0,'0'0'3'0,"0"-40"0"0,0 0-2 0,0 1 4 0,0 8 6 0,0 2-1 0,0 20-4 0,0 9-1 0,0 0 0 0,0 20 1 0,0 29 0 0,0 11-3 0,10 18-1 0,-10-9-1 0,10-8 0 0,-10-1-1 0,10-12 0 0,-10 3-1 0,0-21-3 0,9-12-3 0,-9 12-16 0,0-19-1 0,0 9 1 0</inkml:trace>
  <inkml:trace contextRef="#ctx0" brushRef="#br1" timeOffset="28">13146 8850 22 0,'-9'0'9'0,"-11"-11"-3"0,10 11-3 0,-10 0 3 0,9 0-1 0,11 0 0 0,0 21 0 0,0-2 0 0,0 11-2 0,21 10 0 0,-11-11-1 0,10 12-1 0,-1-2-1 0,-9-20 1 0,10 22 0 0,-10-21 0 0,10-11 3 0,-10-9 0 0,-10 0 1 0,20-29-1 0,-10-1-2 0,-10 0 1 0,10-20-1 0,0 11 0 0,-1-1-1 0,-9 11 0 0,0-1 1 0,10 10-2 0,-10 0 1 0,0 10-5 0,10 10-7 0,0 0-16 0,0 0-10 0,0 10 7 0</inkml:trace>
  <inkml:trace contextRef="#ctx0" brushRef="#br1" timeOffset="29">13345 9674 13 0,'0'0'2'0,"0"9"1"0,-10 11 1 0,10 0 6 0,-10-10 6 0,0 10 1 0,0-10-5 0,10-10-3 0,0 0-3 0,0-10-4 0,0-10-1 0,0-20 0 0,10 1 0 0,10-21-2 0,0 1 2 0,0-2 0 0,-10 13-1 0,9-12 0 0,-9 30 0 0,-10 10 0 0,0 20-1 0,10 0 1 0,-10 29 2 0,10 1 1 0,-10 50-3 0,10-21 1 0,0-9-2 0,0-10 2 0,0-1-2 0,0 1-4 0,0-11-15 0,0-8-4 0,-10-1-3 0,0-10 1 0</inkml:trace>
  <inkml:trace contextRef="#ctx0" brushRef="#br1" timeOffset="30">13345 9594 19 0,'0'0'6'0,"-10"0"0"0,10 0-5 0,0 0 6 0,10 0 1 0,20 0-4 0,-1 0-3 0,11 0 0 0,10 0-1 0,-11-10 0 0,1 10-1 0,-10-11 0 0,-9 11 0 0,-2-9 1 0,-10 9-1 0,1 0 2 0,-10 9 4 0,0 12 2 0,-10 9-3 0,1 10-1 0,9-1-1 0,0 11-1 0,0 19-2 0,19 1 1 0,2-11-3 0,-12-9 1 0,10-1 2 0,-8-20 0 0,-11-8 1 0,0-12 1 0,-11-9 0 0,2 0-3 0,-10-9-1 0,-12-21 2 0,12 10-2 0,-1-29 2 0,10 9-1 0,-10-19 0 0,20 9 2 0,10 9-5 0,0 3-8 0,11-2-10 0,-2 10-5 0</inkml:trace>
  <inkml:trace contextRef="#ctx0" brushRef="#br1" timeOffset="31">13811 9455 40 0,'0'0'10'0,"0"0"-3"0,-11 0-4 0,2 0-2 0,-1 0-5 0,10 0-14 0,-9 0-3 0,9 0 3 0</inkml:trace>
  <inkml:trace contextRef="#ctx0" brushRef="#br1" timeOffset="32">13851 9733 21 0,'0'0'4'0,"0"0"11"0,10 0 2 0,10-10-7 0,-10-1-6 0,0-8-3 0,-1 9-1 0,1-9 1 0,-10-2-2 0,0 12-2 0,-19-12 0 0,9 12 0 0,-20-1 2 0,0 10 1 0,10-10 1 0,0 10 0 0,1 10 1 0,9 0 1 0,0-1-2 0,10 2 0 0,10-1-1 0,0-1 1 0,9 2-1 0,11-1 1 0,-10 0 0 0,10-10-1 0,-10 0 1 0,-1 0 0 0,-9 0 0 0,10-10-1 0,-10-11 1 0,-10 12-1 0,0-12 0 0,10 12-1 0,-10-1 1 0,10 0 1 0,-10 10 0 0,10 0-1 0,-10 0 1 0,0 0 3 0,10 0 1 0,-10 20-1 0,10-11-1 0,-10 21 0 0,10-9-1 0,0-2 0 0,0-9 0 0,9 9-1 0,-9-8 0 0,10-1 0 0,0-10-1 0,0-10 0 0,-10-1-2 0,10-8 0 0,-1 0-1 0,-9-12 2 0,0 22-1 0,0-12 2 0,0 12-1 0,-10 9 2 0,10 0 1 0,-10 9 2 0,0 12-1 0,10-1 0 0,-10-10-2 0,10 9 0 0,0-9 0 0,10 0-1 0,-1-10 0 0,12 0-5 0,-1-10-14 0,-2-9-17 0,3-12 0 0,-12 12 19 0</inkml:trace>
  <inkml:trace contextRef="#ctx0" brushRef="#br1" timeOffset="33">14496 9187 26 0,'0'0'8'0,"-10"-11"3"0,0 11-2 0,-10 11 2 0,10 19-4 0,-10 29-4 0,10 1 2 0,10 19-2 0,0-20-1 0,10 2-10 0,-1-2-15 0,2-10-3 0,-11-18-2 0</inkml:trace>
  <inkml:trace contextRef="#ctx0" brushRef="#br1" timeOffset="34">14376 9535 36 0,'0'0'16'0,"0"-10"-13"0,0 10-3 0,11-11 2 0,9 11-2 0,-1 0 0 0,21 0-4 0,-10 0-10 0,-10 0-3 0,9 11-5 0</inkml:trace>
  <inkml:trace contextRef="#ctx0" brushRef="#br1" timeOffset="35">14595 9654 26 0,'0'0'6'0,"0"0"2"0,-10 0-6 0,20-11 10 0,0 2-11 0,10-1-1 0,-10-1 0 0,0 2 0 0,0-11 1 0,0 9-2 0,-10 2 1 0,0 0 0 0,0-2 0 0,-10 22 3 0,0-2 6 0,0 11 0 0,0 0-1 0,0 10-4 0,10-10-2 0,0 0-1 0,0-1 0 0,30-9 0 0,-10-1-1 0,-1-9 0 0,21 0-3 0,-10-9-6 0,0-1-2 0,-1-9-1 0,-9 9 5 0,10-11 3 0,-20 12 4 0,0-1 2 0,-10-1 3 0,0 2 3 0,0 9-4 0,0 0 7 0,11 20-8 0,-11-10-1 0,9 10-1 0,1-10-1 0,-10 9 2 0,9-9-2 0,1 0 2 0,0-10 1 0,-10 0-1 0,0-10-1 0,0-9 0 0,0-12-2 0,11 1 1 0,-2 1 0 0,1 9 0 0,1-9-1 0,8 8 1 0,11 12 0 0,-1-1-1 0,1 10-20 0,0 0-23 0,-20 0 26 0</inkml:trace>
  <inkml:trace contextRef="#ctx0" brushRef="#br1" timeOffset="36">15508 9822 15 0,'0'0'2'0,"-10"-11"-2"0,0-18 2 0,-10 10 4 0,10-11 2 0,0 0-2 0,10 1-1 0,-10-2 1 0,10 12-2 0,10-11-2 0,0 9 0 0,10 3-1 0,0 7 0 0,11-8 0 0,-12-1-1 0,10-11 1 0,1 12 0 0,0-10 1 0,-10-1 0 0,9 0-1 0,-10 0-1 0,-8-1 1 0,-1 2-1 0,-10 10 0 0,0-11 0 0,-10 9 0 0,-10 12-1 0,1 9 0 0,-1 0 0 0,-10 30 3 0,-9 10 2 0,8 19 0 0,12 11 0 0,19-1-2 0,0 1 0 0,10-21-1 0,9 1 0 0,11-20-1 0,0-11 2 0,0-9-1 0,-1-10 1 0,11 10 1 0,-10-20-1 0,0 0-1 0,-1-19 0 0,1 9-1 0,0-20-1 0,-20 19 4 0,0-8-2 0,-10 20 0 0,0-12-1 0,-10 12 0 0,0 9 0 0,10 20 4 0,-10-1-2 0,0 10 3 0,10-8-2 0,0 9-1 0,10-11 0 0,10-8 0 0,10-1-3 0,19-10-11 0,1-10-41 0,9-10-3 0</inkml:trace>
  <inkml:trace contextRef="#ctx0" brushRef="#br1" timeOffset="37">16490 9525 12 0,'0'0'3'0,"10"-11"-2"0,-10-8 1 0,10 9 2 0,-10-1 2 0,0-8 1 0,0 8-1 0,-10 11-1 0,-10 0 4 0,0 0 0 0,1 30-3 0,-1 1-1 0,0 8-1 0,0-10-1 0,10 2-2 0,0-1 0 0,20-10 0 0,10 0-1 0,10-11-1 0,9-9-2 0,1 0-10 0,-10-19-14 0,10 9 4 0,-31-1 5 0</inkml:trace>
  <inkml:trace contextRef="#ctx0" brushRef="#br1" timeOffset="38">16153 9495 13 0,'0'0'3'0,"-10"0"0"0,0 0 1 0,-10 0 0 0,-10 10 1 0,20-1 0 0,-9 21-4 0,-1-10 0 0,10 0 0 0,10 0-1 0,10 0 0 0,0 10 0 0,10-10 0 0,-11-1 0 0,1 0 1 0,0-8 4 0,-20 8 1 0,0-8-3 0,-9-1-1 0,-1 0-2 0,-10-10-1 0,20 9-9 0,-10-9-12 0,20 0-2 0</inkml:trace>
  <inkml:trace contextRef="#ctx0" brushRef="#br1" timeOffset="39">16629 9168 18 0,'-10'-10'4'0,"10"10"1"0,-10 10-3 0,0 9 6 0,0 40 0 0,0 21-3 0,1-10 0 0,9-11 2 0,0 0-2 0,9-9-2 0,-9-1-1 0,0-19 0 0,10-9 1 0,-10-2 0 0,0-9-2 0,0 0 1 0,0-10-1 0,0 0-1 0,20-10 1 0,-10-9-1 0,10-1-2 0,0-10 2 0,0 10-2 0,-10 0 2 0,9 9-1 0,-19 2 0 0,10 9 4 0,0 9 0 0,-10 12 1 0,0-2-1 0,0-8-1 0,0 8 0 0,0-8-2 0,20-1 1 0,-10 0-2 0,20-10-15 0,0 0-18 0,-11 0 6 0,11-10 10 0</inkml:trace>
  <inkml:trace contextRef="#ctx0" brushRef="#br1" timeOffset="40">16966 9664 20 0,'0'0'8'0,"0"10"-7"0,0-10 6 0,0 0 6 0,9 0-9 0,2 0 1 0,9-10 1 0,0 0-2 0,0-10-2 0,-10 10-1 0,0-1-1 0,0-8 0 0,-10 9-2 0,0-10 2 0,-10 11-3 0,-10-2 1 0,0 2 1 0,-10 9 0 0,0 0 2 0,1 0 2 0,8 20 3 0,2-2 1 0,-1 3-3 0,0 9-1 0,10-11-1 0,10 2-1 0,10-11 0 0,10 9 1 0,0-9-1 0,10-10 1 0,-1 0-2 0,1-10 1 0,0 0-1 0,-10 1-2 0,-10-1 1 0,10-11-2 0,-10 12 0 0,-10-12 1 0,0 12 0 0,0-11 1 0,0 9 2 0,-10 2-1 0,0 0-1 0,0-2 1 0,0 11 1 0,10 0-2 0,-10 11 4 0,10 7-1 0,0 3-2 0,10-11 2 0,0 10-1 0,-10-10 1 0,20 10 1 0,-1-20-1 0,1 10-1 0,0-10 0 0,0 0-1 0,0 0 0 0,0-21 0 0,0 12-1 0,-1-1-2 0,-9-10 2 0,10 0 0 0,-10 0 2 0,0 11-1 0,-10-11 0 0,10 10-1 0,-10 10 1 0,0 10 3 0,-10 10-3 0,10-2 1 0,10 3 1 0,-10-2-2 0,10-8 2 0,0-1 0 0,0-1 0 0,10 2 0 0,-11-11-1 0,1 0 0 0,10-11-1 0,-10-8 0 0,10 8-1 0,-10-8-1 0,0 9 2 0,1-10 2 0,-2 11-3 0,1-2 0 0,-10 11 1 0,0 0 0 0,0 11 0 0,11-2 3 0,-11 0-2 0,0 2 1 0,8 9-1 0,2-11 1 0,0 2-1 0,0-11 0 0,11 10 0 0,-2-10-1 0,-10 0-2 0,2-10 1 0,9-1-2 0,-11 2 2 0,1-1 0 0,-1 0 0 0,2-1 1 0,-11 11 1 0,0 0 4 0,0 11-4 0,0-1 0 0,0 0-1 0,10-1 0 0,0 2 0 0,10-11-2 0,0 0-5 0,-10 0-7 0,10 0-5 0,-11 0-3 0,11-11 3 0,-10 11 7 0,0-9 8 0,0-1 3 0,0 0 1 0,0 10 2 0,0-20 8 0,-10 0 0 0,10 11 1 0,-10-12 0 0,0 2-2 0,0 9 2 0,0-1-2 0,0 11-4 0,-10 0-1 0,10 31-1 0,0 8 1 0,0 1 1 0,0 19-1 0,0 1-3 0,0 0 1 0,0 18-4 0,-10-17-1 0,10-31 3 0,0-22 0 0,0 13-2 0,0-21-3 0,0-10-4 0,0-9-1 0,0-11 4 0,10-10 1 0,0-11-3 0,10 3-5 0,-1-22 7 0,1 11 5 0,-10-2-1 0,0 13 2 0,0 18 3 0,0 20 3 0,-10-1 2 0,10 11-1 0,-10 11 3 0,0-1 0 0,-10 20-3 0,0-11 1 0,-10 21-3 0,10-20-4 0,0-11-1 0,0 12-2 0,10-12-9 0,10-9-15 0,10 0-14 0,0 0 8 0</inkml:trace>
  <inkml:trace contextRef="#ctx0" brushRef="#br1" timeOffset="41">18117 9465 25 0,'0'0'25'0,"-10"0"-24"0,10 0 0 0,-8 0-2 0,8 0 1 0,0 9 0 0,8 12 0 0,2-11 0 0,0 20 0 0,0-21 1 0,0 20-1 0,-10-18 0 0,11 9 2 0,-22-11 4 0,1 2 9 0,-10-1-5 0,2-10-6 0,-3 0-2 0,12 0-3 0,-12 0-4 0,21 0-20 0,-10 9-13 0,10-9 16 0</inkml:trace>
  <inkml:trace contextRef="#ctx0" brushRef="#br1" timeOffset="42">13375 10924 13 0,'-10'0'3'0,"-10"10"-2"0,-10 0-1 0,-10-1 1 0,11-9 4 0,-1 0 2 0,0-9-1 0,0-1-1 0,20 0-2 0,1-10-2 0,9 10 1 0,0-1-1 0,9-8 0 0,10 9 1 0,2-1-1 0,-1 2 1 0,0 0-1 0,0-11 2 0,0-1-2 0,-11 12 0 0,11-11-1 0,-10 9 0 0,-10-8 0 0,0 8 0 0,-10 2-1 0,0 0 1 0,-9 9 0 0,-1 0 0 0,0 0 3 0,-10 18 2 0,10 3 1 0,9 9 0 0,-8-11-1 0,19 11-3 0,0-10-1 0,10 0-1 0,10-10 1 0,-10 0-1 0,20-10-3 0,0-10-9 0,-10 0-6 0,9-19-2 0,11-1 5 0,-30 0 10 0,0 20-10 0</inkml:trace>
  <inkml:trace contextRef="#ctx0" brushRef="#br1" timeOffset="43">13365 10467 11 0,'0'0'2'0,"-10"-10"3"0,0-30-1 0,0 11 6 0,-10 9 1 0,10 10-4 0,10 20 0 0,-10 10 0 0,10 30 0 0,0 28 0 0,10 2-3 0,0-20-2 0,10-2-2 0,-10-7-3 0,0-21-12 0,-10-11-11 0,0-8-1 0,0-11 14 0</inkml:trace>
  <inkml:trace contextRef="#ctx0" brushRef="#br1" timeOffset="44">13494 10438 17 0,'0'0'11'0,"0"29"-10"0,0 11 3 0,0-10 1 0,20 8-4 0,-1 2-1 0,1-10-6 0,10 39-6 0,0-28-9 0</inkml:trace>
  <inkml:trace contextRef="#ctx0" brushRef="#br1" timeOffset="45">13672 11033 23 0,'-10'0'11'0,"-9"-10"-8"0,9-10-2 0,-10-1 6 0,10-8-1 0,0 10-2 0,10-2 0 0,0 2-1 0,10-1-1 0,11 10-2 0,-12 0 0 0,10-10 0 0,1 11 0 0,10-11 0 0,-21 10 0 0,12-1-1 0,-12-8 1 0,2 9 1 0,-11-1-1 0,0 2 1 0,0 9 1 0,-11 0 3 0,11 9 1 0,-9 12 0 0,9 9-1 0,0-11-1 0,0 1-1 0,9-11-2 0,12 12 0 0,-2-11 0 0,0-10-2 0,2 0-11 0,9-10-23 0,-10 0 2 0,-20-1 15 0</inkml:trace>
  <inkml:trace contextRef="#ctx0" brushRef="#br1" timeOffset="46">13861 10596 32 0,'-10'-10'19'0,"0"10"-15"0,0-11 1 0,0 11-4 0,10 0-5 0,10 0-9 0,0 11-8 0,0 18-2 0</inkml:trace>
  <inkml:trace contextRef="#ctx0" brushRef="#br1" timeOffset="47">14059 10904 25 0,'0'0'10'0,"10"0"6"0,0-10-11 0,0-1-4 0,-10-8 0 0,10-11 0 0,0 10-1 0,-10-10 0 0,0 11 0 0,-10-2-1 0,0 2 0 0,-20 8 0 0,10 11 0 0,1 0 2 0,-11 11 4 0,20 19 4 0,-10-1 0 0,0 1-4 0,20-1-3 0,0-8-2 0,10-2 0 0,10 2 1 0,10-21-2 0,19-10-6 0,-19-10-10 0,10 0-3 0,0-20 1 0,-11 10 11 0,-19 11-7 0</inkml:trace>
  <inkml:trace contextRef="#ctx0" brushRef="#br1" timeOffset="48">14208 10497 16 0,'-10'-10'3'0,"0"-20"1"0,0 1 5 0,0-1 5 0,1 20-1 0,9 10-5 0,-10 0-1 0,10 40 1 0,0 29-2 0,0 9 0 0,10-17 0 0,-1-12-3 0,11 31-1 0,-10-31-2 0,-10-9-2 0,10-11-9 0,0-18-16 0,0-1-13 0,-10-1 15 0</inkml:trace>
  <inkml:trace contextRef="#ctx0" brushRef="#br1" timeOffset="49">14278 10843 21 0,'0'0'5'0,"0"11"0"0,0-1-5 0,0 9 4 0,9-8 6 0,1-11-3 0,11 10 1 0,-2-20-2 0,1-1-1 0,-1 2-3 0,12-11-1 0,-22 0-1 0,10 11-1 0,-19-11-2 0,11-1-2 0,-11 12 0 0,-11-1 3 0,-8-11-1 0,-10 21 2 0,9-9 1 0,1 9 0 0,-11 0 1 0,9 9 3 0,11 2 2 0,-9 18-1 0,19-8 0 0,0 8-1 0,10 1-1 0,9-11-1 0,11 2-1 0,10-12 1 0,0 2-1 0,-1-11 1 0,1 0-1 0,-20-11-1 0,10 2 0 0,9-12-2 0,-19 2-1 0,-10-2-1 0,0-8 2 0,-10 10 2 0,0 8-1 0,0-8 1 0,0-2 0 0,-10 12 0 0,10 9 0 0,-10 9 4 0,10 12 0 0,0-2-1 0,10 2-2 0,-10-1 1 0,10-2 0 0,0 3 0 0,10-11 1 0,-10-1-1 0,9 2-1 0,1-11 0 0,0 0-1 0,0-11 0 0,0-8 0 0,0 9-2 0,0-10 0 0,-11 0 0 0,1 11 2 0,0-1-1 0,-10-1 1 0,10 11-1 0,-10 11 6 0,0-1-4 0,0 10 1 0,0-11-1 0,10 0 0 0,0 12 0 0,10-11 0 0,1-10-1 0,-2 0-6 0,0-20-12 0,2 9-3 0,-2-18 0 0,1 10 2 0,-10-11 11 0,-1 20-4 0</inkml:trace>
  <inkml:trace contextRef="#ctx0" brushRef="#br1" timeOffset="50">15022 10428 16 0,'0'0'3'0,"0"-20"6"0,-11 0 1 0,2 9 2 0,-1 11-4 0,1 11 1 0,9 39-4 0,-11 9 0 0,11 11-1 0,20-22-2 0,-10 13-2 0,10-12-11 0,-10 1-13 0,-10-11-2 0,10-19 4 0</inkml:trace>
  <inkml:trace contextRef="#ctx0" brushRef="#br1" timeOffset="51">14962 10735 29 0,'0'0'10'0,"21"0"-1"0,-2 0-6 0,1 0-3 0,9 0 1 0,-10 0-1 0,12 0 1 0,-1 0 0 0,-10 0-2 0,0 0 1 0,-1 0-2 0,-9 0-1 0,-10 0 2 0,10 0 1 0,-10 0 5 0,0 9 9 0,-10 2 0 0,0 9-5 0,10 0-4 0,0-1 0 0,0 1-1 0,0 10-2 0,10-20 0 0,10-1-1 0,0-9-1 0,10-9-10 0,0-11-19 0,-1 0-10 0,-19 0 9 0</inkml:trace>
  <inkml:trace contextRef="#ctx0" brushRef="#br1" timeOffset="52">15309 10645 26 0,'0'0'17'0,"0"0"-13"0,0 0-2 0,20-9 0 0,0-1 0 0,10-1 2 0,0 2 2 0,9-11-2 0,-9 9-3 0,-10-7-1 0,0-2-3 0,0-1-6 0,-10 2-1 0,-10-2 4 0,0 12 4 0,-10-1 1 0,-10-1 0 0,0 3 1 0,0-2 1 0,-10 10 0 0,11 0 1 0,-1 0 1 0,10 10 3 0,0 9 0 0,0 31-1 0,20 10-2 0,0 29 0 0,-10-20-1 0,20 11-1 0,-10 9 0 0,19-20-2 0,-19 1 1 0,0-22 0 0,10 13 0 0,-10-31 0 0,-10-10 1 0,0-2 1 0,0-18-1 0,0 0-5 0,-10-8-2 0,-10-22 1 0,10 0 2 0,0-1-1 0,0-7 1 0,10-2 3 0,0 10-1 0,10 0 0 0,10 1 1 0,0-2 0 0,11 12 0 0,-3-1 0 0,-8-11 1 0,10 2-2 0,-10 10 1 0,-1-11 0 0,2 9-1 0,-11 2 0 0,-1 8 1 0,-9 2 2 0,0 0 2 0,-9 18 6 0,-1 0 3 0,0 12-2 0,-1-1-3 0,11 9-2 0,0-8-4 0,0-1 0 0,11-11 0 0,18 0-1 0,-10 2-1 0,12-11-4 0,-1-11-18 0,0 2-18 0,-11-11 12 0,-9 20 17 0</inkml:trace>
  <inkml:trace contextRef="#ctx0" brushRef="#br1" timeOffset="53">15796 10575 46 0,'0'0'9'0,"0"-8"3"0,-10-2-12 0,10 10-1 0,0 0-13 0</inkml:trace>
  <inkml:trace contextRef="#ctx0" brushRef="#br1" timeOffset="54">15994 10765 17 0,'0'-10'7'0,"0"-10"-2"0,-10-1 5 0,0 12 1 0,0 0 0 0,0 9-1 0,0 9-2 0,1 11-4 0,-1-1-1 0,0 12-2 0,10-11 0 0,0 10-1 0,10-12-1 0,9-7-4 0,1 9-7 0,10-20-5 0,-10 0-1 0,0 0 3 0,10-10 12 0,-21 0 3 0,11-1 0 0,-10 11 1 0,0 0 3 0,0 0 6 0,0 0-2 0,0 11-2 0,0-1 0 0,1 0 0 0,-2-10-1 0,10 0-2 0,1 0-1 0,10-10-1 0,-10 0 0 0,-10-1-2 0,20-7 1 0,-20 7-1 0,9 2-2 0,-19 9-3 0,0-10-1 0,0-1 1 0,-10 2 2 0,-9-1 3 0,-11 0 1 0,11-1 1 0,-12 11 2 0,1 0 11 0,21 0-2 0,-10 21-4 0,8-11-2 0,1 10-2 0,20-1-2 0,10-8-1 0,-1-2 0 0,1 0-1 0,10 2 1 0,-10-11-2 0,10 0-2 0,-1 0-8 0,-10-11-4 0,2 2 0 0,-11 0 5 0,0-11 5 0,0 10 4 0,-10-1 1 0,0-8 2 0,0 9 2 0,-10 10 5 0,-10 0 3 0,10 0 2 0,-1 0-1 0,11 20-6 0,-9-11-3 0,9 2-1 0,0 8-2 0,9-8 0 0,12-2 0 0,-1 0 0 0,10-9-1 0,0 0-3 0,-11-9-10 0,11-11-10 0,-10 1-9 0,10-1 14 0,-20 0 2 0</inkml:trace>
  <inkml:trace contextRef="#ctx0" brushRef="#br1" timeOffset="55">16619 10388 18 0,'0'-11'12'0,"-10"2"-4"0,0 9 0 0,0 9-1 0,0 22-3 0,10 7 1 0,-9 13 2 0,18 9 2 0,11-21-1 0,0 10-5 0,0 2-2 0,0-22-2 0,-10 1 0 0,-10-20-3 0,0 0-2 0,0-10-4 0,0-10-1 0,-10-11 0 0,-10 2 2 0,10-10 5 0,10-1 2 0,-10 0 2 0,0 0 0 0,10 10 2 0,10 1 3 0,0 9 1 0,10-1-1 0,0 2-4 0,10 9 0 0,-1 0-1 0,1 0 0 0,0-10 1 0,-10-1 0 0,1 11 0 0,-13-9 0 0,-8 9-1 0,-8-10 0 0,-13 10 2 0,1 10 5 0,-10-10 1 0,10 20-1 0,-10-10-5 0,21-1-2 0,-1 12-1 0,0-13-4 0,10 13-12 0,0-2-11 0,0-8-2 0</inkml:trace>
  <inkml:trace contextRef="#ctx0" brushRef="#br1" timeOffset="56">16708 10735 32 0,'0'0'22'0,"10"0"-10"0,20 0-5 0,-10-10-5 0,11 10-5 0,-1-11-20 0,-2 11-13 0,-28 0 23 0</inkml:trace>
  <inkml:trace contextRef="#ctx0" brushRef="#br1" timeOffset="57">17224 10883 20 0,'0'0'12'0,"-10"0"-12"0,30 0 3 0,10 0 1 0,0-9-2 0,10-1 0 0,-21-11-1 0,11 3 0 0,0-2 0 0,-9 10-1 0,-12-10-4 0,-9 0-6 0,-20 9 5 0,0-8 4 0,-10 8 1 0,0 2 3 0,1 9 1 0,-11 0 2 0,10 0 2 0,0 9 0 0,1 12-3 0,19-1-1 0,10 0-1 0,0 0-1 0,10-1-1 0,19-8 0 0,1-2-5 0,10-9-8 0,-10-9-9 0,9-21 6 0,-9 10-4 0</inkml:trace>
  <inkml:trace contextRef="#ctx0" brushRef="#br1" timeOffset="58">17482 10398 24 0,'0'0'11'0,"-10"0"-9"0,2 10 3 0,-13 20 1 0,12 8 0 0,-2 23 0 0,1 8 1 0,20-19 1 0,10-1-2 0,1-10-4 0,-3-18-1 0,-8-2 0 0,0-8 0 0,0-11 1 0,1 0-2 0,-11-11-1 0,9-8 0 0,-9-2 1 0,10 2-1 0,-10 8-1 0,0 2-3 0,9 0 0 0,2 9 3 0,-1 9 0 0,0 11 1 0,-1-1 0 0,1 12 1 0,-1-22 0 0,2 12 2 0,-11-1 6 0,0-11 3 0,-20-9-4 0,1 9-2 0,-1-9-3 0,9-9-1 0,-8 0-1 0,10-2-4 0,9-8-13 0,0 8-15 0,19 2 0 0,-10 9 14 0</inkml:trace>
  <inkml:trace contextRef="#ctx0" brushRef="#br1" timeOffset="59">18069 10606 23 0,'-11'0'20'0,"1"0"-13"0,0 0 0 0,0 0 1 0,0 9-5 0,0 2-2 0,0 8-1 0,0 2 0 0,10-11 0 0,0 10-1 0,0-2-1 0,10-7-4 0,-10-11-7 0,10 10-5 0,-10-20 7 0,0-1 8 0,-20-7-1 0,10 7 4 0,-19-18 1 0,9 9 4 0,0-1-2 0,0-8 3 0,10 18-2 0,0-7-3 0,10 7-1 0,10 2-1 0,20-1 1 0,0 10-1 0,0 0 1 0,-11 10 0 0,11 10 0 0,-20-10 1 0,0 9 1 0,-10 1 2 0,0 0 1 0,-10-1 0 0,-10 2-2 0,10-2-2 0,10 1-1 0,0-11 0 0,0 12 0 0,10-1-1 0,0-10 1 0,0 9 0 0,-10-8 0 0,0 8 2 0,0-8 0 0,-10-2 0 0,0-9 2 0,-10 0 0 0,1 0 0 0,9-9 1 0,-10-2-4 0,20-8 0 0,-10 8-2 0,20-18 1 0,0 18-1 0,10-8 0 0,-11 8 0 0,21 2 1 0,-10 0-1 0,0-2 0 0,1 2 0 0,-2-11 1 0,-8 9 0 0,7 2 0 0,2-1 0 0,1-10 0 0,-2 10 0 0,1-11 1 0,-10 13-1 0,0 8 2 0,-1 0 6 0,-9 0-2 0,0 8 4 0,-9 13-3 0,-1 9 2 0,0 10 0 0,-1-1-3 0,2-9-3 0,-1 0-2 0,20 0 1 0,10 0 0 0,0-12 0 0,8-7-1 0,3-11-3 0,-1-11-7 0,0-7-11 0,-1-12-12 0,-19 0-10 0,0 0 22 0,-10 20 9 0</inkml:trace>
  <inkml:trace contextRef="#ctx0" brushRef="#br1" timeOffset="60">18186 10516 39 0,'0'0'22'0,"0"0"-16"0,11-9 0 0,9 9 5 0,8-10-7 0,13 10-2 0,-1-10-1 0,-11-1-1 0,1 11-3 0,-10 0-29 0,-20-9-24 0</inkml:trace>
  <inkml:trace contextRef="#ctx0" brushRef="#br1" timeOffset="61">18147 10735 34 0,'0'0'16'0,"20"0"-14"0,20 0 3 0,-2 0 6 0,13 0-6 0,-1-10-5 0,-11-1-9 0,-9 11-26 0,-20-9 6 0</inkml:trace>
  <inkml:trace contextRef="#ctx0" brushRef="#br1" timeOffset="62">18623 10913 82 0,'0'0'37'0,"0"0"-25"0,0-9-11 0,0 9 1 0,0-10-2 0,10 10-8 0,0-11-28 0,0 11-30 0,-10 0 42 0</inkml:trace>
  <inkml:trace contextRef="#ctx0" brushRef="#br1" timeOffset="63">17939 10567 11 0,'0'-10'4'0,"0"-20"-2"0,-10 10 1 0,10 0 4 0,0-10 4 0,0 19-1 0,0 11-4 0,0 0 5 0,0 41 0 0,0 18-2 0,0 10-3 0,0-8-3 0,10-2-1 0,-10-10 0 0,10-8-1 0,-10-23-1 0,0 3-1 0,0-11-11 0,0-1-31 0,0-9 0 0</inkml:trace>
  <inkml:trace contextRef="#ctx0" brushRef="#br1" timeOffset="64">17899 10446 13 0,'0'0'7'0,"-10"-8"-3"0,10 8 0 0,-10-10 2 0,10-1-1 0,10 11-3 0,10-9-1 0,10-1 0 0,0 0-1 0,-1 10 1 0,-19 0-1 0,20 10 1 0,-20 9-1 0,-10 2 1 0,0-2 0 0,-10 11 1 0,-10-1 2 0,-10-8 2 0,11 9-1 0,-1-11 2 0,0-9-5 0,0 9 1 0,10-8-1 0,0-1-1 0,10-1-1 0,10 2 0 0,20-1 0 0,0 0-1 0,-1-1 1 0,-9 11 0 0,10 0-1 0,-20-1 0 0,0 2 1 0,-10 9 0 0,-10-11 1 0,-10 1 4 0,0 0 4 0,0 0 1 0,-9-11-1 0,9 2-3 0,10-11-3 0,-10 0-1 0,10 0-1 0,0-11-2 0,10 2-8 0,-10 9-21 0,20-10-20 0,-10 10 18 0</inkml:trace>
  <inkml:trace contextRef="#ctx0" brushRef="#br1" timeOffset="65">13325 11936 3 0,'0'10'1'0,"0"-20"5"0,0-11-3 0,-10 2 0 0,10-1-1 0,-10-11 1 0,10 13 3 0,-10-12 2 0,10 0 0 0,0 0-1 0,-10 9 2 0,10 3 1 0,0-2-3 0,0 20-4 0,0 0 1 0,-10 20-1 0,10 9-2 0,0 1-1 0,-9-1 0 0,9-8-1 0,0 9-2 0,0-11-9 0,0-9-7 0,9 0 1 0,-9-20 5 0,10-11 6 0,-10 13-7 0</inkml:trace>
  <inkml:trace contextRef="#ctx0" brushRef="#br1" timeOffset="66">13246 11647 11 0,'-10'-19'7'0,"0"-11"-3"0,-10 1 1 0,0 8 3 0,-1-9 0 0,2 11 0 0,10 9-4 0,9 10-1 0,19-11-2 0,11 11 1 0,20 11-3 0,-1 18 2 0,1 1-1 0,-10 1-1 0,-20 7 0 0,-11 3 1 0,-18 9-3 0,-11-1 0 0,-20-9 1 0,0 0 2 0,11-11-2 0,-1 1-2 0,0-11-10 0,20 2 3 0,-10-11-9 0</inkml:trace>
  <inkml:trace contextRef="#ctx0" brushRef="#br1" timeOffset="67">13156 11966 17 0,'0'0'7'0,"-10"0"0"0,10 0 2 0,0 0 5 0,0 0-2 0,30 0-6 0,-10 0-5 0,10 0-1 0,-10 0-13 0,0 0-19 0,-11 9 5 0</inkml:trace>
  <inkml:trace contextRef="#ctx0" brushRef="#br1" timeOffset="68">13226 11837 17 0,'0'0'4'0,"-10"0"2"0,10-10 1 0,10 10-2 0,20 0-1 0,9 0-3 0,41 0 0 0,-21 10 0 0,-9 9 0 0,-1 10-1 0,-19 22-1 0,-20-21 1 0,-10-1 0 0,-10-10 0 0,-20 12 1 0,-29-11 2 0,-11-10 1 0,11-1-1 0,-1-9-1 0,21 0-1 0,-1 0-2 0,20-9-1 0,10 9-6 0,10 0-15 0,0 0-3 0</inkml:trace>
  <inkml:trace contextRef="#ctx0" brushRef="#br1" timeOffset="69">13672 11995 17 0,'0'0'2'0,"-10"0"3"0,10 10 5 0,0-10 1 0,0 9 0 0,10-9 0 0,1 0-2 0,8 0-3 0,-10-9-3 0,12-1-2 0,-1-1-1 0,-10-7-1 0,9 7-3 0,-9-8-5 0,-10-2-1 0,0 12 3 0,0-12 5 0,0 12 2 0,-10-1-1 0,-9 0 2 0,-2 10 2 0,12 10 5 0,-12 0 0 0,12 20-1 0,-1-10-2 0,1 0-2 0,9 0-1 0,9-2 0 0,10-7 0 0,2-1-1 0,9-10-1 0,8 0-1 0,-7-10-11 0,-1-1-14 0,0 2-3 0,-11 0 3 0</inkml:trace>
  <inkml:trace contextRef="#ctx0" brushRef="#br1" timeOffset="70">13891 11698 19 0,'-20'-11'5'0,"0"2"-2"0,-10-1 4 0,9 0-1 0,2 10-5 0,10 10-2 0,9 0-2 0,0 20-7 0,9-1 1 0,1-20-9 0</inkml:trace>
  <inkml:trace contextRef="#ctx0" brushRef="#br1" timeOffset="71">13960 11915 11 0,'0'0'3'0,"0"-9"0"0,0-1 0 0,0-10 2 0,0 10 2 0,0 0 2 0,0 10-3 0,0 10 5 0,0 0-8 0,0 10 1 0,0-1-1 0,10 2 1 0,-10-11 0 0,10 10 0 0,0-11-1 0,0 0-2 0,10-9 0 0,-10 0 1 0,9-9-3 0,-9 0 1 0,0-11-1 0,0 0-1 0,10 9-1 0,-10-8 2 0,-10 8-1 0,10 2 2 0,-10-1-1 0,0 20 4 0,0-1 1 0,0 12-1 0,0-1-1 0,10 0 1 0,0-11 0 0,0 2-2 0,0 7 1 0,19-18 0 0,-9 11-1 0,0-11 0 0,11-11 0 0,-12 11-1 0,0-9 0 0,2 0 0 0,-2-11-2 0,1 0 1 0,-10 9-2 0,-1-8 0 0,2 8 1 0,-11 2 0 0,-11-1 0 0,2 0 0 0,-1 10 1 0,-10 0 2 0,1 0 1 0,8 10 3 0,1 9 2 0,0 2-3 0,1 9-2 0,9-11 0 0,0 1-1 0,19-11 0 0,2 12-1 0,9-21-1 0,9 0-8 0,0 0-22 0,1-21-8 0,-10 3 10 0</inkml:trace>
  <inkml:trace contextRef="#ctx0" brushRef="#br1" timeOffset="72">14357 11548 11 0,'-9'0'6'0,"-12"-9"-5"0,1-1-1 0,10 10 0 0,0 0 1 0,20 10-1 0,20 20 1 0,0-11-1 0,29 10 1 0,-9-18 0 0,0-1 3 0,-1-1 5 0,-9-18-3 0,-10-1-3 0,0-1-2 0,-21 2 0 0,1-11-1 0,0 11 0 0,-10-1 0 0,-10 0 0 0,0-1 0 0,-9 2 0 0,-1 9 0 0,10 0 0 0,-10 0 1 0,0 0 0 0,10 0 2 0,0 20 0 0,0 0 0 0,10 18-1 0,0 13-1 0,10 18 0 0,0 21-1 0,0-11 0 0,10 10-1 0,0-19 1 0,-10-1 0 0,10-9 0 0,-10-11 1 0,-1-19 0 0,-9 0 3 0,0-20 2 0,0-1-2 0,0-9-4 0,-9-19-1 0,-1-11 0 0,-10 0 0 0,10-9 0 0,0-12-1 0,0 11-1 0,0-19 1 0,10 19 1 0,0 10 0 0,10 12 1 0,10 7 0 0,0-8 0 0,0 9 0 0,-1-1 1 0,1-8-1 0,0 19 2 0,0-11 0 0,-10 11 2 0,-10 11 4 0,10-1 1 0,-10 10-1 0,0 0-1 0,10 0-2 0,-10-2 0 0,10-7-1 0,0-1-3 0,9-1 0 0,1-9-1 0,0-9-15 0,0-1-27 0,-10-10-1 0,1 11 23 0</inkml:trace>
  <inkml:trace contextRef="#ctx0" brushRef="#br1" timeOffset="73">14823 11698 34 0,'0'0'11'0,"-10"-11"-8"0,-9 2-2 0,19-1-2 0,0 10-4 0,0 0-10 0,9 0 2 0,-9 0-2 0</inkml:trace>
  <inkml:trace contextRef="#ctx0" brushRef="#br1" timeOffset="74">15032 11845 16 0,'0'0'1'0,"0"-8"1"0,-10-2 3 0,10-1 1 0,-11 11 3 0,2-9 1 0,-1 9 1 0,1 0 1 0,-12 9 0 0,12 12-3 0,-2-2-3 0,11 1-3 0,0 10-1 0,0-10 0 0,20 0-1 0,1-11 0 0,7 2 1 0,12-2-3 0,-10-9 2 0,0 0 0 0,0-9-3 0,0-2-4 0,-11 2-2 0,1-11-4 0,0 0 6 0,0-1 2 0,-20 2 3 0,0 9 2 0,0-1 0 0,-10 3 0 0,0 8 4 0,0 0 4 0,10 19-2 0,-10-9 0 0,10 9-2 0,0-8-2 0,0 8-1 0,0-8-1 0,10 9 0 0,10-20 0 0,0 9-1 0,10-9-4 0,-11-9-10 0,1 9-12 0,0-10-10 0,0 0 14 0,-20-1 8 0</inkml:trace>
  <inkml:trace contextRef="#ctx0" brushRef="#br1" timeOffset="75">15290 11746 25 0,'0'0'7'0,"-20"-19"2"0,10 0 1 0,-10 9-3 0,20-1-7 0,-10 2-4 0,10 9-10 0,10 0-8 0,-10 0 4 0</inkml:trace>
  <inkml:trace contextRef="#ctx0" brushRef="#br1" timeOffset="76">15488 11984 17 0,'0'0'8'0,"0"0"-7"0,0-9 2 0,10 0 1 0,10-11-1 0,-9 0 0 0,-2 0 0 0,1-10-1 0,-1 10-1 0,-9 9 1 0,0-7-2 0,-9 7 1 0,-10 2-1 0,-12-1 0 0,1 10 1 0,0 0 4 0,1 10 2 0,9-1 0 0,10 12 1 0,0 8-3 0,10-10-2 0,0 2-1 0,10-1-1 0,20-10 0 0,-20 0 0 0,19-1-1 0,-9-9 0 0,10 0 1 0,-10 0-2 0,0-9-1 0,-1-11-2 0,1 9-3 0,-9-8-3 0,-2-1 0 0,1 10 5 0,-10 0 3 0,-10-9 1 0,10 19 0 0,-9-10 0 0,-12-1 1 0,11 11 4 0,-9 0 4 0,10 0 3 0,-2 11-3 0,11 7-1 0,0-7-4 0,0 9 0 0,11 0-1 0,-2-10 0 0,1-1 0 0,19 2 0 0,-9-1-1 0,1-10 0 0,7 0 0 0,-7 0-1 0,-2-10-1 0,0 10-3 0,2-11-7 0,-1 2-7 0,-10-12 4 0,0 12 6 0,-10-1 5 0,10 0 2 0,-20-1 1 0,10 3 0 0,-10 8 3 0,10 0 8 0,-10 0 3 0,0 8-3 0,10 13-2 0,0-2-2 0,0 2-2 0,0-1-2 0,0-10 0 0,10 9-1 0,10-8-2 0,0-11 2 0,0 0-4 0,-1 0-11 0,1-20-19 0,0 10-2 0,-10-11 17 0,-10 12 4 0</inkml:trace>
  <inkml:trace contextRef="#ctx0" brushRef="#br1" timeOffset="77">15806 11678 20 0,'-10'0'11'0,"-10"-20"-4"0,10 9 2 0,0 2-7 0,10-1-5 0,-10 10-6 0,20 10-10 0,-10-10 2 0</inkml:trace>
  <inkml:trace contextRef="#ctx0" brushRef="#br1" timeOffset="78">15925 11915 22 0,'0'0'8'0,"-10"0"-5"0,10-9 0 0,0-1 1 0,0-1-3 0,0-8-1 0,10 9 0 0,0-9 0 0,9 9 0 0,-9-10 0 0,0 20 0 0,0-10 1 0,-10 10 4 0,0 0 6 0,0 19-1 0,0 2-1 0,0-2 1 0,0 1-4 0,0 0-1 0,10-1-2 0,0-8 0 0,0-1-1 0,10 0 0 0,0-10-1 0,9 0-1 0,-19 0 0 0,20-10-3 0,-20-11-4 0,10 2-3 0,-9-1-1 0,8 10 2 0,-19-11 5 0,0 13 3 0,0-13 1 0,-10 12 1 0,10-1 0 0,-20-1 1 0,20 11 4 0,-10 0 0 0,0 21-2 0,10-12-1 0,0 12 0 0,0-13-1 0,20 13 0 0,-9-11-2 0,-2-1 1 0,10 2-1 0,1-1 1 0,-10-10-1 0,0 0 1 0,11 0-2 0,-12-10 0 0,1-1-2 0,-1 2 2 0,2-11 1 0,-11 9 0 0,10 3 2 0,-10-2-1 0,0-10 1 0,0 10 1 0,0-1-3 0,0 2 1 0,0 9-1 0,0 0 0 0,0-10 1 0,10 10 0 0,-10 0 1 0,0 0-1 0,9 0 1 0,-9 10-1 0,0-10 1 0,0 0-1 0,0 0 4 0,10 0-2 0,-20 0 1 0,10 0-1 0,0 0 1 0,0 0-3 0,0 0 0 0,0 0-1 0,0 9-1 0,10 12 1 0,-1-1 0 0,12-2-2 0,-1-7-3 0,10 39-2 0,-10-30 0 0,-1 9-1 0,1-9 5 0,-10-11 4 0,0 12 0 0,-10-21 1 0,-20 0 2 0,-9-10 1 0,-1-1 0 0,0-7-4 0,10 7-1 0,-10 2-5 0,20-1-15 0,-9 0-30 0,19 10 17 0,0 0 23 0</inkml:trace>
  <inkml:trace contextRef="#ctx0" brushRef="#br1" timeOffset="79">16927 11727 16 0,'0'0'5'0,"0"10"0"0,-11 10 2 0,2 9 1 0,9 22 1 0,0-12-4 0,9 11-4 0,12-10 0 0,-2-11 0 0,11-19-1 0,-10-1-1 0,10-9-9 0,0-19-7 0,9-1 3 0,-29 11-2 0</inkml:trace>
  <inkml:trace contextRef="#ctx0" brushRef="#br1" timeOffset="80">17026 11608 18 0,'0'-10'7'0,"-10"10"1"0,10-10 3 0,10 10-3 0,0-9-5 0,20-1-3 0,-11 10-1 0,11 0-6 0,0 10-15 0,-20-1-3 0</inkml:trace>
  <inkml:trace contextRef="#ctx0" brushRef="#br1" timeOffset="81">16877 11837 24 0,'0'0'11'0,"-10"8"-8"0,10-8 1 0,10 11 3 0,10-11-3 0,20 0-4 0,-2 0-2 0,3 0-11 0,-1 0-2 0,-11 0 10 0,11 0 1 0,0 0-1 0,-20 0-4 0</inkml:trace>
  <inkml:trace contextRef="#ctx0" brushRef="#br1" timeOffset="82">17254 11837 8 0,'0'0'3'0,"10"0"2"0,0-10-2 0,0-1 0 0,10 2 1 0,-10-1 1 0,10-20-3 0,-11 9-1 0,11 2 0 0,-10 0-1 0,0-11 0 0,-10-1-1 0,0-8 1 0,0 10 0 0,-10-2 0 0,-10 1 0 0,1 11 1 0,-1 9 2 0,0 10 2 0,10 20 2 0,0 10 0 0,0 69-1 0,10-21-1 0,10 3-2 0,0-12-2 0,0 40 0 0,0-19-1 0,0-21 0 0,0 11 0 0,-10-21 0 0,0-10-1 0,0-20-5 0,0-8-5 0,0-1-10 0,0-10-13 0</inkml:trace>
  <inkml:trace contextRef="#ctx0" brushRef="#br1" timeOffset="83">17304 11955 17 0,'0'0'2'0,"0"-9"2"0,10-11-1 0,10 0 3 0,9-1 0 0,-9 2-1 0,10-2-2 0,0 3-1 0,-1-12 0 0,-9 0-2 0,0 9 1 0,0-17-2 0,-10-2 0 0,-10 10-1 0,0-10 2 0,0 1 0 0,0 9-1 0,0 0 2 0,-10 9-1 0,-10 3 0 0,10 18 0 0,0 9 1 0,-10 11 2 0,12 20 1 0,-3 39 2 0,1 21-1 0,1-1-2 0,9 0-2 0,0-21-1 0,0 33 1 0,9-53-1 0,-9 3 0 0,0-23 0 0,0 3-1 0,0-12-3 0,0-18-10 0,0-1-11 0,0-2-2 0</inkml:trace>
  <inkml:trace contextRef="#ctx0" brushRef="#br1" timeOffset="84">17135 12084 22 0,'0'0'6'0,"0"0"12"0,20-9-5 0,10 9-6 0,9-10-4 0,11-1-2 0,-10 2-1 0,9 9-8 0,-19-10-15 0,11 0 2 0,-32 10 3 0</inkml:trace>
  <inkml:trace contextRef="#ctx0" brushRef="#br1" timeOffset="85">17542 12014 15 0,'0'0'2'0,"0"0"5"0,0 0 2 0,9-9-3 0,2-1-1 0,-1-1-1 0,0 2-1 0,-1 0 0 0,10-11-2 0,-8 10 0 0,-1 0 0 0,0-10-1 0,0 10 0 0,-10-1 0 0,0 2 0 0,-10 9 0 0,0 0 1 0,0 9 2 0,-1 2 4 0,2 8 1 0,-1 2 0 0,10-2-4 0,-9 1 0 0,9-11-2 0,9 2-1 0,10-1-1 0,2-10-1 0,-1 0-6 0,10 0-8 0,0-10 1 0,-1-1 0 0,1 2 3 0,-10 0 5 0,0-2 3 0,0 2 3 0,-10-1 1 0,-10 0 1 0,-10-1 1 0,10 2 3 0,-10 9 3 0,0 0 2 0,0 0 0 0,0 9-1 0,10 2-4 0,-10-1-4 0,10 0-1 0,0-1-1 0,10 2 0 0,10-11-1 0,10 9-6 0,-11-9-13 0,11-9-5 0,-10-2 9 0,-10 2-1 0</inkml:trace>
  <inkml:trace contextRef="#ctx0" brushRef="#br1" timeOffset="86">17978 11489 15 0,'0'0'2'0,"-9"0"3"0,-1 0 2 0,0 0 1 0,0 40-3 0,0 10-1 0,0 18 2 0,20-7-1 0,-10-2 0 0,10 1-3 0,0-2-1 0,-10-7-4 0,10-21-3 0,-10-1-9 0,0-19-4 0,0-1 12 0,-10-9-8 0</inkml:trace>
  <inkml:trace contextRef="#ctx0" brushRef="#br1" timeOffset="87">17929 11926 10 0,'0'-11'6'0,"0"-8"-2"0,0-1 5 0,0 0-4 0,10 1-2 0,10 9-3 0,-10-1 0 0,9 11-4 0,1 0-6 0,-10 0 2 0,0 0-5 0</inkml:trace>
  <inkml:trace contextRef="#ctx0" brushRef="#br1" timeOffset="88">18127 11885 11 0,'0'0'3'0,"0"11"8"0,0-11 3 0,-10 10 2 0,10-1 0 0,-10 2-6 0,10 9-5 0,0-20-1 0,20 9-2 0,0 2-2 0,10-11-4 0,-10-11-15 0,9 11-13 0,-10-9 13 0,2-1 1 0</inkml:trace>
  <inkml:trace contextRef="#ctx0" brushRef="#br1" timeOffset="89">18326 11856 13 0,'10'0'5'0,"-10"0"-1"0,0-11 4 0,0 3-1 0,0-2 3 0,10-1-4 0,-10-8-1 0,9-1-1 0,1 0-2 0,0 0-1 0,-10-1-1 0,10-8 0 0,-10 0-1 0,0-1-2 0,0 0 1 0,0 1 1 0,-10 8 1 0,0 2 0 0,0 19 1 0,1 19 3 0,9 12 1 0,-20 37 1 0,10 1-2 0,0 1-1 0,10 0-1 0,-10-11-2 0,10 21 0 0,0-30 0 0,0 18 0 0,0-17-2 0,10-11-2 0,-10-1-13 0,10 0-7 0,-10 1 6 0,0-29 0 0</inkml:trace>
  <inkml:trace contextRef="#ctx0" brushRef="#br1" timeOffset="90">18286 12113 14 0,'0'0'1'0,"10"-9"0"0,10 0-1 0,10-11 0 0,9 10 0 0,-9-10-1 0,10 0-1 0,-11 0-2 0,11 10 4 0,-10-1 1 0,-20 2 1 0,0-11 1 0,-10 20-1 0,0 0-1 0,-20 0 5 0,-10 0 3 0,20 11-3 0,-10-2-2 0,10 0-2 0,1 2-1 0,9 8-1 0,19 2-1 0,-9-11 1 0,10 10 0 0,-10-1 0 0,0-8 3 0,0-2 7 0,-10 0 3 0,0 2-5 0,-20-1-3 0,0-10-4 0,0 0-2 0,1 0-11 0,-11 0-16 0,10-21 0 0,10 21 12 0</inkml:trace>
  <inkml:trace contextRef="#ctx0" brushRef="#br1" timeOffset="91">18147 11746 36 0,'0'-9'17'0,"0"9"10"0,-10 0 1 0,10-10-9 0,-10 10-11 0,10-11-4 0,0 11-2 0,10-8-1 0,0 8-5 0,1 0-28 0,-2 0-37 0,1 0 32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8-03T14:15:53.67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3294 9613 6 0,'0'0'3'0,"0"0"2"0,-10 0-3 0,10 0-1 0,0-9 0 0,0 9 0 0,20-10 1 0,0 10 1 0,20-10 0 0,-11 10 2 0,1-11 1 0,20 11-1 0,0-9 1 0,9 9 0 0,0 0-1 0,1-9-1 0,-20-2-2 0,-1 2 0 0,-9 9-2 0,0-10 1 0,-20 10-3 0,0 0-15 0,0 0-12 0</inkml:trace>
  <inkml:trace contextRef="#ctx0" brushRef="#br0" timeOffset="1">3532 9674 8 0,'0'0'7'0,"0"9"11"0,10 11-12 0,-1 0-1 0,2 10-2 0,-1-1-1 0,0 0-2 0,0 1 0 0,0 1 0 0,-10-1-1 0,10-10-6 0,-10-2-13 0,0 3-1 0</inkml:trace>
  <inkml:trace contextRef="#ctx0" brushRef="#br0" timeOffset="2">3532 9922 1 0,'-9'0'3'0,"9"0"1"0,-11 0 0 0,11 0-1 0,-10 0-1 0,10 0-1 0,0-11 0 0,10 32 11 0,1-2-9 0,-2 1-2 0,10 0 1 0,-8 10 0 0,9-20-1 0,0 0 0 0,-10 10 1 0,9-20 0 0,-9 9-1 0,10-18 0 0,-10 9 0 0,0-20 0 0,0 0 1 0,-10 0-1 0,0-10 0 0,0-1 2 0,0 2-1 0,-10-1 1 0,0 1-2 0,0 9-1 0,10 10 0 0,-10-1-1 0,10 3-13 0,10 16-12 0,-10-8 5 0</inkml:trace>
  <inkml:trace contextRef="#ctx0" brushRef="#br0" timeOffset="3">3850 9922 9 0,'0'0'3'0,"0"0"0"0,0-11-3 0,10 2 0 0,19-1 1 0,-9-10 0 0,10 10-1 0,0 10 1 0,-10-10-1 0,9 20 1 0,-19 20 0 0,-10 0 2 0,0-1 0 0,-10 0 1 0,0 1 0 0,1-9-3 0,-1 9 0 0,10-12-6 0,-10 3-7 0,10-12-7 0</inkml:trace>
  <inkml:trace contextRef="#ctx0" brushRef="#br0" timeOffset="4">3989 10299 23 0,'0'0'4'0,"0"0"12"0,-10 10-6 0,0-10 13 0,0 0-8 0,10 0-8 0,-10 0-4 0,20 0-18 0,0 0-24 0,-10 0-8 0</inkml:trace>
  <inkml:trace contextRef="#ctx0" brushRef="#br0" timeOffset="5">4425 10130 6 0,'0'0'2'0,"-10"0"4"0,10 0-4 0,-10 0-1 0,0 0 3 0,0 0 0 0,-9 19 3 0,9 2 1 0,-10-1-2 0,10-2-2 0,10 3-2 0,-10-2 0 0,10-8-1 0,10-1 0 0,10-1-2 0,10-9-2 0,-11 0-11 0,21-9-5 0,-20 9 0 0</inkml:trace>
  <inkml:trace contextRef="#ctx0" brushRef="#br0" timeOffset="6">4584 9872 12 0,'0'0'4'0,"0"-10"-1"0,-10 10-1 0,10 0 4 0,0 19 0 0,0 11-4 0,0-1-3 0,0 11-7 0,0-19-18 0</inkml:trace>
  <inkml:trace contextRef="#ctx0" brushRef="#br0" timeOffset="7">4693 10179 13 0,'0'0'2'0,"0"0"-1"0,10 11 1 0,-10-11 4 0,10 0 2 0,0 0-2 0,1 0-3 0,8 0-2 0,-10 0-1 0,1-11 0 0,0 2 0 0,-10-1-2 0,11 10-3 0,-22-11-1 0,11 2 2 0,-20-1 2 0,11 0 1 0,-10 10 1 0,-2 10 1 0,1 0 0 0,10-1 2 0,0 12 0 0,0-12 0 0,0 2-2 0,10 7 1 0,10-7 1 0,10-11-1 0,0 10-1 0,0-10 0 0,0 0 0 0,9-10-1 0,-8-1-1 0,-12 2 1 0,10 9-1 0,-8-20 0 0,-1 11 0 0,0 9 0 0,-10 0 1 0,10 0 5 0,-10 9-1 0,10 2 2 0,0 7-2 0,-1-7 0 0,1-1-1 0,10 0-2 0,-10-10-1 0,20 0 0 0,-10-10-7 0,0-11-12 0,-1 3-2 0,-9-12 2 0</inkml:trace>
  <inkml:trace contextRef="#ctx0" brushRef="#br0" timeOffset="8">4842 10248 11 0,'0'0'3'0,"0"-9"3"0,0 9-5 0,10-10 1 0,0 0-1 0,0-1 1 0,0 2 0 0,-1 0 0 0,11-21 0 0,-10 10 0 0,-10 10 2 0,10-20-2 0,0 9 1 0,0 12-2 0,-10-11 1 0,0 20 0 0,0-9-1 0,0 9-3 0,10 0 2 0,-10 0-1 0,10 0 0 0,-10 9 1 0,10 11 0 0,0 0 0 0,10-10 0 0,-11 10-1 0,11 0 1 0,-10-11 0 0,0 12 1 0,-10-12 0 0,0 2 1 0,0 7 1 0,-10-7 0 0,-10-11 1 0,10 10 0 0,1-10-1 0,-11-10-2 0,10-1-1 0,0 2 0 0,10-11-1 0,0 11-1 0,0-1-4 0,10-1-11 0,0 2-3 0,10-1 0 0</inkml:trace>
  <inkml:trace contextRef="#ctx0" brushRef="#br0" timeOffset="9">5140 9862 13 0,'0'0'2'0,"0"-21"-1"0,-10 12 1 0,10-12 3 0,-10 21 5 0,10-8-6 0,0 27 13 0,10 11-8 0,0 10-2 0,-1 0-3 0,1 8-1 0,0-7-3 0,0-1 1 0,0-1-4 0,-10-19-9 0,0 9-12 0,0-8 0 0,0-21 9 0</inkml:trace>
  <inkml:trace contextRef="#ctx0" brushRef="#br0" timeOffset="10">5100 10001 18 0,'0'0'3'0,"0"-10"9"0,0 10-10 0,10 0 14 0,10 0-14 0,9 0-2 0,1 0-7 0,0 0-15 0,-10 0 5 0</inkml:trace>
  <inkml:trace contextRef="#ctx0" brushRef="#br0" timeOffset="11">5507 10179 13 0,'0'0'4'0,"10"0"6"0,-10 0 0 0,19-9-3 0,-9-1-3 0,10-1-3 0,-10-8-2 0,0 9 2 0,0-1-1 0,-10-8 0 0,0 8-3 0,-10 2 0 0,0 9 1 0,0-9 1 0,-10 9 1 0,0 0 4 0,11 9 3 0,-1 0-1 0,-10 12 3 0,10-1-5 0,10 0-2 0,0-11 0 0,10 2 0 0,0-1 0 0,10-1-1 0,-1-9-1 0,11 0 1 0,-10-9-1 0,0-12-1 0,0 12-1 0,-10-1 0 0,0-11 1 0,-10 12 2 0,9-1-1 0,-9 10 1 0,0-11 0 0,0 11 1 0,-9 11-1 0,9-11 1 0,-10 10 0 0,10-1-2 0,10 2 0 0,-1-1 1 0,1-10-3 0,0 0-3 0,10 0-16 0,-10 0-12 0,0 0 9 0</inkml:trace>
  <inkml:trace contextRef="#ctx0" brushRef="#br0" timeOffset="12">5546 9841 30 0,'0'0'19'0,"-10"0"-12"0,0 11-2 0,10 9 2 0,10-11-1 0,10 2-4 0,10 8-3 0,0-8-27 0,0-1-19 0</inkml:trace>
  <inkml:trace contextRef="#ctx0" brushRef="#br0" timeOffset="13">4316 10904 9 0,'0'0'6'0,"-10"9"-4"0,0 12 0 0,-10-2 3 0,0-9 1 0,-9 0 2 0,-1-10-2 0,-20 9-2 0,21-28 0 0,-11 0 0 0,10-1 1 0,10-10 0 0,10 19-4 0,10-8-1 0,10-2 0 0,10 12 0 0,0 0-1 0,11-2 0 0,-3-8 1 0,3 19-1 0,8-11 1 0,-19 2 0 0,0 9 1 0,-10-10 1 0,-1 10 1 0,-9-10-1 0,0 10-1 0,0-11-1 0,-9 11 0 0,-1 0 0 0,-10 0-1 0,0 0 1 0,0 0 0 0,1 11-1 0,-2 9 1 0,-8-11 2 0,20 12-1 0,-12-1 0 0,21-11-1 0,-10 11 0 0,20 0 0 0,11-11-1 0,-2 2 0 0,10-1-4 0,-9-10-10 0,10 0-8 0,-10-21 11 0,0-8 7 0,-20 29-8 0</inkml:trace>
  <inkml:trace contextRef="#ctx0" brushRef="#br0" timeOffset="14">4276 10575 10 0,'0'-8'4'0,"0"-13"-2"0,-10 2 0 0,10 8 3 0,-10 2 3 0,10 9-2 0,-9 0 1 0,-1 20 4 0,0 20-2 0,10-1 0 0,-10 0-1 0,10 1-2 0,10 0-2 0,-10 0-1 0,20-10 0 0,-11 0-1 0,11-12 0 0,0-7-1 0,10-1-1 0,-10 0 1 0,10-10 0 0,-1-10-1 0,-9-11-1 0,10 3-2 0,-10-2-2 0,0-1 1 0,-10 2 2 0,-1 9 1 0,-9-1 1 0,0 2-1 0,0 9 1 0,0 0 2 0,0 20 2 0,0 0-1 0,-9 0 0 0,9-10-1 0,9 10-1 0,1-11 0 0,0 0-1 0,0-9 0 0,10 0-2 0,-10 0-12 0,10-9-20 0,0 0 0 0,-10 9 15 0</inkml:trace>
  <inkml:trace contextRef="#ctx0" brushRef="#br0" timeOffset="15">4584 10567 15 0,'0'-10'3'0,"-10"-1"0"0,10 11-3 0,-10-9-1 0,20 18-19 0</inkml:trace>
  <inkml:trace contextRef="#ctx0" brushRef="#br0" timeOffset="16">4683 10805 17 0,'0'0'4'0,"-10"0"-1"0,10 0 0 0,0-10 4 0,10-1-2 0,0 2-3 0,20-1-1 0,-10 0 0 0,-10-1 0 0,9 2 1 0,-9 9 0 0,1 0 5 0,-11 0 1 0,0 9 0 0,-11 12-2 0,11 9-2 0,0-20-2 0,0 10 0 0,0-2-2 0,11-7 2 0,-2-1-2 0,10 0 1 0,2-1 0 0,-1-18-1 0,0 9-1 0,-1-10-1 0,1-11-3 0,0 12-3 0,-10 0-2 0,0-11 3 0,-10 10 3 0,0-10 2 0,0 20 1 0,-20-10 1 0,10 0-1 0,0 10 3 0,0 0 2 0,10 0 2 0,-10 0 2 0,10 20-2 0,0-11-1 0,10 2-2 0,10-1-1 0,0-1-1 0,10 2-1 0,9-11-2 0,1 0-12 0,0-11-17 0,0 2-7 0</inkml:trace>
  <inkml:trace contextRef="#ctx0" brushRef="#br0" timeOffset="17">5239 10606 10 0,'0'0'5'0,"-10"-10"-3"0,0 10-1 0,0-10 0 0,0-9 0 0,10 9 0 0,0-10-1 0,10-1 1 0,30 2-1 0,-11-2 1 0,1 12 0 0,-10-12 1 0,10 21-2 0,-10 0 0 0,-10 11 1 0,-1 8-1 0,1 12 0 0,-10-11-1 0,-10 10-3 0,10 9 0 0,-9-9 2 0,9-20-14 0</inkml:trace>
  <inkml:trace contextRef="#ctx0" brushRef="#br0" timeOffset="18">5388 10814 17 0,'0'0'4'0,"-10"0"4"0,10 0 10 0,-9-9-1 0,9 9-5 0,-11-10-5 0,11 10-5 0,11 10-60 0,-11-10 31 0</inkml:trace>
  <inkml:trace contextRef="#ctx0" brushRef="#br0" timeOffset="19">9346 9257 8 0,'0'0'5'0,"-10"0"0"0,-19 0-2 0,-1-11-1 0,0 2 0 0,0 9 4 0,11-10 3 0,-11 0 0 0,10 10-1 0,0-11-2 0,0 11-2 0,0 0-1 0,11 0-1 0,9 0-2 0,0 0 0 0,9 0 2 0,31 0 1 0,20 11-1 0,29-11 0 0,0 10-2 0,1-10 1 0,9 10 1 0,-10-10 1 0,-19 0 0 0,-11 0-2 0,1 9 0 0,-11-9 0 0,-9 0 0 0,-10 0 0 0,-20 0 0 0,9 0-1 0,-9 0 1 0,-10 0 0 0,-10 0-3 0,-9 0-9 0,-11 11-17 0,10 8-4 0,0-8 7 0</inkml:trace>
  <inkml:trace contextRef="#ctx0" brushRef="#br0" timeOffset="20">9406 9396 13 0,'0'0'4'0,"0"-10"-1"0,-10-1-1 0,10 2 0 0,0 9-1 0,-10 0 1 0,10 20 4 0,0 0 1 0,0 18-1 0,0 3-2 0,0 9-2 0,0-12 0 0,0-7-1 0,10-1 0 0,-10-10-1 0,0 0-7 0,0-1-16 0,0-9-3 0</inkml:trace>
  <inkml:trace contextRef="#ctx0" brushRef="#br0" timeOffset="21">9277 9803 17 0,'-11'0'3'0,"11"0"-1"0,0-10-1 0,0-1 2 0,0 2 6 0,0-1-1 0,11 10-3 0,-11-10-3 0,10 10 0 0,-10 0 2 0,10 0-1 0,0 10 0 0,10 0-2 0,-11-1 0 0,21 12 0 0,-20-13 0 0,10 13-1 0,0-21 2 0,-10 0 1 0,0 0 0 0,10-10-1 0,-11-9-1 0,-9-11-1 0,0 10 0 0,0 0 0 0,0-1-2 0,0 12-4 0,0-1-15 0,10 20-27 0</inkml:trace>
  <inkml:trace contextRef="#ctx0" brushRef="#br0" timeOffset="22">9238 10259 14 0,'0'0'4'0,"9"-11"-2"0,1 2 0 0,10-11 2 0,-10-9 0 0,0 18-2 0,-10-8-2 0,10-1 0 0,-10 10 1 0,-10 0 0 0,-10-1 0 0,-10 11-1 0,0 0 1 0,-8 11 3 0,7 9 3 0,1 0 0 0,0-1-2 0,11 1-2 0,9 0-2 0,10 9 0 0,10-8 0 0,9-12-1 0,11 12 0 0,10-11 0 0,0-10-1 0,0 0 1 0,-1-10 0 0,1-11 1 0,-21 2-1 0,-9-1-1 0,0 0-1 0,-20 0 0 0,0 0-1 0,1 1 0 0,-11 8-2 0,10 2-5 0,-10-1-2 0,9 10 6 0,11 0-15 0</inkml:trace>
  <inkml:trace contextRef="#ctx0" brushRef="#br0" timeOffset="23">9207 10248 11 0,'0'0'7'0,"0"0"-5"0,0-9 0 0,0-1 1 0,0 0 2 0,0-1 1 0,0 11-1 0,0 0 0 0,0 0 1 0,10 11 1 0,11-1-1 0,-12 20-3 0,10-11-1 0,-8 12-1 0,9-2 0 0,-10-20 0 0,0 12-1 0,0 9 0 0,-1-20-3 0,-9-1-13 0,10 2-12 0,-10-11 8 0</inkml:trace>
  <inkml:trace contextRef="#ctx0" brushRef="#br0" timeOffset="24">9396 10199 12 0,'0'0'2'0,"0"-9"2"0,0 9-2 0,-10-11 0 0,10 11-1 0,0-9 4 0,0 9 1 0,0-10 0 0,0 29 13 0,10-8-18 0,-10-2 0 0,10 11 0 0,-10 0-1 0,10-11 1 0,0 2-1 0,-10-1 0 0,10-1 1 0,0-9-1 0,-10 0 1 0,10 0-2 0,-1 0 1 0,1-9-2 0,0-1 1 0,0-1-2 0,-10-8 1 0,10 9 1 0,-10-10 1 0,0 11 0 0,10-2 0 0,-10 11 0 0,0 0 0 0,0 0 3 0,0 11-1 0,0-2-1 0,0 11 1 0,10-10 0 0,-10 0-1 0,10-1 0 0,10 2 0 0,-10-11 0 0,0 0 0 0,9 0 0 0,-9 0 0 0,10 0-1 0,-10 0 2 0,0-11-3 0,0 2 1 0,0-1-1 0,0 0 0 0,-10-10 0 0,0 11 0 0,0-2 0 0,0 2 0 0,-10 9 0 0,0 0 1 0,-10 0 0 0,10 9 1 0,10 2 0 0,-10-2 0 0,10 11 0 0,0-10-1 0,0 0 1 0,10 10 1 0,10-10-1 0,10-1 0 0,-10-9 0 0,0 0 0 0,9 0 0 0,-9 0 0 0,10-9-1 0,-9-1 1 0,-2-10-1 0,0 10 1 0,2-20-1 0,-12 10 1 0,10 1-1 0,-8-1 0 0,-11 0 0 0,10 0 0 0,-10-1 0 0,0 3 0 0,0-2 0 0,-10 0 0 0,-1 0 0 0,2 10 0 0,-10-1 0 0,-2 2 0 0,11-1 0 0,1 10-1 0,-1 0 1 0,1 10 0 0,9-1 0 0,-11 12 0 0,11 9 1 0,11-11-1 0,-11 10 1 0,9 12 0 0,1-12-1 0,9-8 1 0,2 8-1 0,7-9 0 0,-7 0 0 0,-1 0 0 0,0-10 1 0,-1-1-1 0,11-9 1 0,-10 0 0 0,0-9 0 0,-10-12 0 0,0 2-1 0,0 9 1 0,0-1-1 0,-10-7 0 0,0 7 1 0,0 2 0 0,-10 9-1 0,10 0 0 0,0 0 0 0,0 9 0 0,10 11-1 0,-1-11 1 0,-9 12-1 0,10-11 1 0,0 10 0 0,0-10 0 0,-10-1 0 0,0 12 1 0,0-21 0 0,-10 10 1 0,0-10 1 0,-19 9-1 0,9-9 0 0,0-9-1 0,10 9 0 0,-10-10-2 0,10 10-1 0,10 0-13 0,0-10-20 0,30 10-16 0</inkml:trace>
  <inkml:trace contextRef="#ctx0" brushRef="#br0" timeOffset="25">10418 10259 14 0,'0'10'3'0,"0"-10"-2"0,0 9 1 0,20-9 1 0,-9 11 5 0,8-11 2 0,0 0-4 0,2-11-3 0,7 2 0 0,-17-1-1 0,9-1 0 0,0-8-2 0,-10 9 0 0,-1-1-1 0,-9 2 0 0,0-11 0 0,-9 11 1 0,-1-1 0 0,-10-1-1 0,-11 11 1 0,12 0 1 0,-1 11 4 0,0-1 1 0,1 10 0 0,10-11-4 0,-12 11 0 0,21-10-2 0,10 0 1 0,1-1-1 0,8 2 0 0,10-1-3 0,1-10-11 0,0 0-10 0,0 0 10 0,-11-10-7 0</inkml:trace>
  <inkml:trace contextRef="#ctx0" brushRef="#br0" timeOffset="26">10656 9841 15 0,'0'-9'6'0,"0"9"-4"0,0 9 3 0,0 22 10 0,0-1-1 0,0 39-2 0,0-19-5 0,10-1-2 0,-10 1-4 0,10 0 0 0,-10-12-2 0,0-7-10 0,10-11-19 0,0-1-11 0</inkml:trace>
  <inkml:trace contextRef="#ctx0" brushRef="#br0" timeOffset="27">10755 10269 18 0,'0'0'1'0,"0"0"16"0,10 0-5 0,0-10-6 0,0-1-4 0,0 11-1 0,10-19-1 0,-10 9 0 0,0-1-1 0,-10-7 0 0,0 7 0 0,0 2-1 0,0-1 1 0,-10-1 1 0,-10 11 0 0,10 0 0 0,0 0 1 0,-10 11-1 0,10-1 2 0,0-1-1 0,10 2 1 0,-10 7-2 0,10 3-1 0,10-11 1 0,10 10 0 0,0-10-2 0,0-1 0 0,0-9 1 0,0 0 1 0,9 0 0 0,-19 0-1 0,0-9-1 0,0-1 1 0,-10-1-1 0,-10 2 1 0,-10-1 1 0,10 0 0 0,-9-1-3 0,9 11-9 0,10-9 4 0,0 9-13 0</inkml:trace>
  <inkml:trace contextRef="#ctx0" brushRef="#br0" timeOffset="28">10964 10079 16 0,'-10'0'5'0,"0"0"-3"0,0 0 5 0,10 0 5 0,-10 0-6 0,0 11-3 0,10-1-2 0,0 10 0 0,10 9 0 0,10-8-2 0,-10-1 1 0,10-2 1 0,-10 3-1 0,-1-2-1 0,1 2 1 0,-10-12 1 0,0 2-2 0,-19-1 0 0,9-10-1 0,0 0 1 0,0-10-2 0,0-10-3 0,0-1-4 0,20-8 4 0,0 9 5 0,0 0 0 0,10 1 1 0,-11 8 1 0,11-8-1 0,-10 9 1 0,10-1 0 0,-10 2 1 0,-10-1 4 0,10 10-2 0,-10 0 1 0,0 0 6 0,-10 10-8 0,10-1 0 0,0 22-1 0,0-11 0 0,0-1-2 0,10 10 1 0,0-8-1 0,1-2 1 0,8 2-2 0,-19-12 1 0,9 12 0 0,-9-21 1 0,0 10-1 0,0-10 0 0,-9-10 0 0,-1-11 0 0,1 2 1 0,9-1-1 0,-11 10-1 0,11 0 1 0,0-10-2 0,11 11-1 0,8-2-1 0,0 2 1 0,2 9 1 0,-2-10 1 0,1 10 1 0,0-11-1 0,-10 11 1 0,0 0 1 0,-10 0 3 0,0 11 3 0,-10-1 3 0,0 10-1 0,10-2-1 0,-10 3-3 0,10-2-2 0,0 2-1 0,0-12 1 0,10 2-1 0,20-1-1 0,-2-10-1 0,3 0-5 0,-1-10-13 0,0-1-13 0,-11-8 2 0,-9 8 8 0</inkml:trace>
  <inkml:trace contextRef="#ctx0" brushRef="#br0" timeOffset="29">11301 9961 25 0,'0'0'10'0,"-10"-10"9"0,10 10-11 0,0-11-6 0,0 3-2 0,10 8-4 0,0 8-19 0,0 13-14 0</inkml:trace>
  <inkml:trace contextRef="#ctx0" brushRef="#br0" timeOffset="30">11400 10259 20 0,'0'0'9'0,"0"0"-4"0,0-11 7 0,0 2-1 0,10-1-6 0,-10 10-4 0,10-10-1 0,-10-10-2 0,0 11 1 0,0-2-1 0,0 2 2 0,-10-1-1 0,0-1 1 0,0 11 1 0,0 0 2 0,-9 11 2 0,19-1 0 0,-10 10-1 0,0-2-1 0,10 3-1 0,0-2 0 0,20 2-1 0,-11-12 1 0,1 2-1 0,20-1 1 0,-10-10-2 0,0-10 0 0,10-1-1 0,-11 2-2 0,1-1-3 0,0-10-1 0,-10 0 2 0,10 9 2 0,-20-7 3 0,10-2 0 0,-10 10 1 0,-10-1 2 0,10 2 1 0,-10 9 2 0,0 9-1 0,10 2 2 0,0-1-1 0,0-1-2 0,0 11-1 0,0-11-1 0,10 12 0 0,10-11 0 0,-10-1 0 0,10-9 0 0,-10 0-3 0,9 0 2 0,-9-9 0 0,10-11-2 0,-10 0 0 0,10 0 1 0,-20 11 0 0,10-1 0 0,-10-10 0 0,0 10 0 0,0 10 0 0,0 0-1 0,0 0 1 0,11 19 0 0,-2 2 0 0,1-1-1 0,9-2 0 0,-9 3 1 0,1-2-1 0,-11-8 1 0,9 8 0 0,-9-19 2 0,-9 11 1 0,-2-11 1 0,-9 0 0 0,11-11-2 0,-10 2-2 0,19 9-2 0,0-10-12 0,9 10-22 0,10-11-11 0,-9 11 24 0</inkml:trace>
  <inkml:trace contextRef="#ctx0" brushRef="#br0" timeOffset="31">11936 10021 25 0,'0'0'10'0,"-10"-11"6"0,-10 2-7 0,9-12 2 0,2 12-3 0,9-1-5 0,9 0-3 0,12-9 0 0,9 9 0 0,-10 10 0 0,0-11 0 0,-1 11 1 0,1 0-1 0,0 11 3 0,-10-1 0 0,0 9 0 0,-10 10 0 0,0-8-2 0,0 9-2 0,0-11 0 0,0 1-8 0,0 10-14 0,0 0-11 0,0-11 23 0,0-19-6 0</inkml:trace>
  <inkml:trace contextRef="#ctx0" brushRef="#br0" timeOffset="32">12025 10299 27 0,'0'0'28'0,"-10"0"-8"0,10 0 5 0,-10 0-3 0,10-10-9 0,0 10-7 0,10-11 1 0,-10 11-3 0,10 0-3 0,0-9-2 0,0 9-13 0,0 0-45 0,0 0-20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8-03T14:15:53.7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2947 10944 12 0,'0'0'5'0,"-10"0"-3"0,-20 0-1 0,11 0 1 0,-21 0 0 0,0 0 0 0,-20 9-1 0,-9 11 2 0,9-11 0 0,1 12 1 0,9-12 2 0,-19 2 0 0,29-1-1 0,-19 0 0 0,9-1-1 0,20-9 0 0,21 0 0 0,-12 0 0 0,11 0-2 0,10 0-1 0,10 0 0 0,0-9-1 0,10-1 1 0,-10 10-1 0,-1 0 0 0,2-10 1 0,-1 10-2 0,0 0 2 0,0 10-2 0,-10-10 2 0,0 10-1 0,10 10 1 0,-10-2 0 0,10 12 0 0,-10 1-1 0,0 19 0 0,0 8 1 0,0 12-1 0,-10 10 0 0,10 9-1 0,-10 10 2 0,0 11 0 0,10 8-1 0,0 21 0 0,0-19-1 0,0-1 1 0,10-20 1 0,0-30-2 0,0 20 5 0,-1-29-2 0,1-10 0 0,0-30 0 0,0 0 0 0,0-11 1 0,-10 0-1 0,20-9 1 0,-10-9 0 0,10 0-2 0,10-2 1 0,-11-8-2 0,11 19 2 0,0-10-1 0,-10-1-1 0,0 11 0 0,9 0-3 0,-9 21-11 0,0-11-17 0,-10 10-8 0,0-11 12 0</inkml:trace>
  <inkml:trace contextRef="#ctx0" brushRef="#br0" timeOffset="1">3681 13225 18 0,'0'0'2'0,"0"0"0"0,10-9 1 0,10-1-2 0,0 10-1 0,-1-10 1 0,11-1-1 0,0 2 0 0,-10 9 0 0,0-10 0 0,9 10 0 0,-19 10 1 0,10-1-2 0,-10 2 2 0,-10 9-1 0,0 0 1 0,0-2 0 0,-10 12 1 0,0-9 1 0,-10 9-1 0,11 0 1 0,-1-1-2 0,10 0 0 0,0-8-1 0,0-1 0 0,0 9 0 0,10-9 0 0,-10 0-1 0,0-1-3 0,9 2-8 0,-9-11-12 0</inkml:trace>
  <inkml:trace contextRef="#ctx0" brushRef="#br0" timeOffset="2">3770 13423 22 0,'0'0'5'0,"-10"0"5"0,0 0-6 0,10 11-2 0,0-11-1 0,20 0 0 0,0 0 0 0,0 0-1 0,10 0-3 0,0-11-10 0,9 11 2 0,-29 0-8 0</inkml:trace>
  <inkml:trace contextRef="#ctx0" brushRef="#br0" timeOffset="3">4068 13434 16 0,'0'0'4'0,"0"0"-1"0,0-11-2 0,10 2 0 0,-10-1 1 0,0 0 0 0,0-10-1 0,0 0-1 0,0 11 0 0,-10-1 0 0,0-1 1 0,0 2-1 0,0 9 0 0,0 0 0 0,-10 9 0 0,11 2 1 0,-1 8 0 0,0 1 2 0,10 0 0 0,-10 9 0 0,10-8-1 0,10-1-1 0,0 0 0 0,9-11-1 0,1 1 1 0,0-10 0 0,0 0 0 0,0-19 0 0,0 9 0 0,-10-11-1 0,9-9 1 0,-19 11-1 0,0-11 2 0,0 10-2 0,-19 1 0 0,9 8 0 0,-10 2 0 0,10-1 0 0,-10 10 0 0,10 0-5 0,10 10-16 0,0-1-6 0</inkml:trace>
  <inkml:trace contextRef="#ctx0" brushRef="#br0" timeOffset="4">4772 13383 15 0,'-10'0'6'0,"10"0"-3"0,-9-9-2 0,-1 0 2 0,10 9 1 0,-9-11 0 0,-2 11 0 0,1 0-1 0,10 0-2 0,0 0-1 0,0 0 1 0,0 11 0 0,21-11 0 0,7 9 0 0,22-9 0 0,0 0-1 0,19 9 1 0,-9-9-1 0,-1 0 1 0,1 0-3 0,-11 0-6 0,1 0-5 0,-20 0-12 0</inkml:trace>
  <inkml:trace contextRef="#ctx0" brushRef="#br0" timeOffset="5">5397 13284 21 0,'0'0'5'0,"-19"0"0"0,10 0 1 0,-12 0 1 0,11 11-2 0,0-11-2 0,0 0-1 0,10 0 0 0,0 10-1 0,20-10 0 0,0 10-1 0,10-10 1 0,-11 9-1 0,11 2 0 0,0-11-1 0,-10 10 1 0,0-1 1 0,-10-9-1 0,-1 11 0 0,-9-2 0 0,0-9 1 0,-9 9-1 0,-11-9 1 0,0 0 0 0,-1 11-2 0,2-1 1 0,-1 0-6 0,0 10-16 0,11-10-9 0</inkml:trace>
  <inkml:trace contextRef="#ctx0" brushRef="#br0" timeOffset="6">6201 13335 13 0,'0'-11'8'0,"0"2"-5"0,0 9-1 0,0-10-1 0,0 10 0 0,0 0 0 0,10 19 3 0,0 11 0 0,0 10-1 0,10 0-2 0,0-10-1 0,-10-1 0 0,-1-9 0 0,1 0-1 0,0-10-12 0,-10-10-14 0</inkml:trace>
  <inkml:trace contextRef="#ctx0" brushRef="#br0" timeOffset="7">6370 13464 8 0,'0'0'3'0,"0"10"3"0,10 0-2 0,0-1-1 0,0-9-1 0,9 10-1 0,1-10 0 0,0 0 0 0,0-10-1 0,-10 10 1 0,0-19-1 0,0 9 1 0,0-1-1 0,-10 2 0 0,0-12 1 0,0 12-1 0,-10-1-1 0,0 0 2 0,0 10-2 0,10 0 1 0,-10 0 0 0,-10 0 0 0,10 20 0 0,0-11 0 0,0 2 1 0,0 8 0 0,10-8 0 0,0 9 0 0,0-11 0 0,10 1-1 0,0 0 0 0,10-10 0 0,0 0 0 0,0-10 0 0,10-19-2 0,-20 8-1 0,9 2 2 0,1-1 0 0,-20 0 1 0,0 9-1 0,0-7 1 0,-10 7 1 0,0 11-1 0,0-9 0 0,-9 9 0 0,-1 0 1 0,10 9-1 0,0-9 1 0,10 11-1 0,-10-11 0 0,10 0 0 0,10 9 0 0,0-9 0 0,10 0 0 0,0 0 0 0,9 0 0 0,1 0 0 0,0 0 0 0,0 0 0 0,-1 9 0 0,1 2-1 0,-10-1 1 0,0 0 0 0,0-1 0 0,-1 2 0 0,-9-11 0 0,-10 0 1 0,0 10 1 0,0-10 0 0,0 0-1 0,-10 9 2 0,1-9 0 0,9 0-1 0,-10 11 1 0,10-11-1 0,0 10-1 0,0 0 0 0,10-10-1 0,-1 9 1 0,11-9-1 0,-10 0 1 0,0 0-2 0,10-9 2 0,-10-1-1 0,0 0 0 0,0-10 1 0,-10 10-1 0,0-10 0 0,-10 0 1 0,-10 9 0 0,0 2-1 0,0 9 0 0,-9 0-3 0,-1 9-4 0,10 2-8 0,-10 18-13 0</inkml:trace>
  <inkml:trace contextRef="#ctx0" brushRef="#br0" timeOffset="8">16222 6042 8 0,'0'0'6'0,"0"-11"-1"0,10 2-3 0,-10-1 0 0,0-1-2 0,0-7 2 0,-10 7-1 0,10 2 0 0,-10 9 1 0,0-10-2 0,0 10 2 0,-9 0 0 0,10 10 0 0,-2-10 0 0,-9 9-1 0,20 2 0 0,-10-1-1 0,10-2 0 0,0 3 1 0,10 8-1 0,0-8 0 0,0 18 0 0,-10-8 0 0,11-1 1 0,-11-2-1 0,0 3 0 0,0-11 1 0,-11 10 0 0,1-20-1 0,0 10 1 0,0-10-1 0,0 0-2 0,10-10-3 0,-10 10-4 0</inkml:trace>
  <inkml:trace contextRef="#ctx0" brushRef="#br0" timeOffset="9">17810 6181 8 0,'0'0'5'0,"-10"-11"-4"0,0 2 0 0,-10 9-1 0,-10 0 0 0,1 0 0 0,9 0 1 0,0 9-1 0,10 2 1 0,10-11-1 0,10 10 0 0,10 10 0 0,0-10 1 0,9 9-1 0,-9 1 0 0,0 0 0 0,-10 10 0 0,-10-10 0 0,0 0 0 0,-10 10-1 0,-20-1 1 0,0-19 0 0,1 9 0 0,-1-8 0 0,10-1-1 0,0-10 0 0,0 9-1 0,10-9-11 0</inkml:trace>
  <inkml:trace contextRef="#ctx0" brushRef="#br0" timeOffset="10">24449 6796 0 0,'0'0'2'0,"0"0"5"0,0 0-6 0,0-10 0 0,0 10 0 0,0 0-1 0,0 0 1 0,0 10-1 0,8 10 0 0,-8 10 1 0,0-1-1 0,0 11 0 0,0 30 1 0,0-1 0 0,0 1 0 0,0 8 0 0,-8-9 0 0,8 31 0 0,0-31-1 0,0 30 0 0,0-8 0 0,8-13 0 0,-8 12 0 0,0 0-1 0,0-11 1 0,0 0 0 0,0-9-1 0,0-12 1 0,0-7 0 0,0-11-1 0,0-11 1 0,0-9-2 0,10-10 1 0,-10 0-13 0</inkml:trace>
  <inkml:trace contextRef="#ctx0" brushRef="#br0" timeOffset="11">24616 6875 4 0,'0'0'4'0,"0"0"-1"0,-10 0-3 0,10 11 0 0,-11-11 1 0,11 18-1 0,0-7 0 0,-9 19 0 0,9-1 1 0,0 12-1 0,-10 17 1 0,10 3-1 0,-9 28 2 0,-1 0-1 0,0-1-1 0,10 13 0 0,0-2 1 0,0 9-2 0,0-9 1 0,0-8 0 0,-11-2 0 0,11-10-1 0,0-9 1 0,-9-11 1 0,-1 1-1 0,1-21 0 0,9 1 0 0,0-20 0 0,0-1 0 0,0-8 0 0,0-11-1 0,0 0-15 0</inkml:trace>
  <inkml:trace contextRef="#ctx0" brushRef="#br0" timeOffset="12">16093 9455 18 0,'0'-11'4'0,"-10"2"-1"0,0 9 3 0,10-9 3 0,-9 9 0 0,-1 0-4 0,10 0 0 0,0 18-2 0,0 3-2 0,10 9 0 0,19-11 0 0,-19 11-3 0,20-10 3 0,-10 0 0 0,0-10 1 0,-10 0 0 0,-1-1 2 0,11-9-1 0,-20-9 0 0,10-22 2 0,-10 13-1 0,0-12 0 0,0 0-2 0,0 0 0 0,0 0 0 0,0 1-1 0,0-2 0 0,0 12 0 0,0-1-1 0,0 0-2 0,0 9-8 0,10 11-18 0,0 0-8 0,-10 11 11 0</inkml:trace>
  <inkml:trace contextRef="#ctx0" brushRef="#br0" timeOffset="13">16391 9654 15 0,'-10'0'4'0,"10"0"-2"0,0 0 3 0,0 0 4 0,-10-11 1 0,10 2-3 0,0-1-3 0,0-10-2 0,0-11 3 0,0 2-2 0,10-1 0 0,-10-10 0 0,0 10 0 0,10 1-1 0,-10 0 0 0,10 9-1 0,-10 10 0 0,10-1 0 0,0 2 0 0,-10 18 0 0,10 12 0 0,0 9-1 0,-1 0 1 0,1-1-1 0,0 1 0 0,0-1 0 0,0 1-5 0,10-10-6 0,-10 0-9 0,0-10-5 0,-10 9 0 0</inkml:trace>
  <inkml:trace contextRef="#ctx0" brushRef="#br0" timeOffset="14">16381 9514 19 0,'-10'0'3'0,"0"0"5"0,0 0 5 0,-1 0-2 0,11 0-2 0,11-9-2 0,9 9-2 0,10-10-4 0,0 10 0 0,9 0-1 0,1-10-13 0,0 10-18 0,-11 0 16 0,-29 0-3 0</inkml:trace>
  <inkml:trace contextRef="#ctx0" brushRef="#br0" timeOffset="15">16619 9525 21 0,'0'0'4'0,"0"0"2"0,-10 0-3 0,0 0 5 0,10-11-1 0,0 2-2 0,20-1 0 0,-10 0-2 0,10-1-1 0,0-8-1 0,-10-1-1 0,0 11-1 0,0-11 0 0,-1 0-1 0,-9 9-1 0,0 2 1 0,0-1 2 0,-19-10-1 0,9 20 2 0,-10 0 0 0,0 0 2 0,10 9 2 0,-10 12-1 0,10-1 2 0,0 9-2 0,10 0-1 0,0 1-1 0,0 1-1 0,20-1 0 0,0-10 0 0,0-11 0 0,10 11 1 0,-1-20 1 0,-9 10-3 0,0-10 1 0,10-10-1 0,-9-1 3 0,-2-7-5 0,-8-2 1 0,7-1-1 0,-8 2 1 0,0 9 1 0,-10-1 0 0,0 2 0 0,0 9 3 0,-10 20 1 0,10 0-1 0,-10 0 0 0,10-10-3 0,0 10 0 0,10-11 1 0,10 0 0 0,0 2-1 0,10-11-1 0,-10-11-8 0,-1 2-16 0,1 0-17 0,0-2 13 0</inkml:trace>
  <inkml:trace contextRef="#ctx0" brushRef="#br0" timeOffset="16">16947 9356 28 0,'-10'0'12'0,"0"-11"-3"0,-1 2-9 0,11 9-4 0,0 0-10 0,11 0 3 0,9 0-9 0</inkml:trace>
  <inkml:trace contextRef="#ctx0" brushRef="#br0" timeOffset="17">17175 9594 14 0,'0'0'8'0,"0"0"-5"0,0 0 15 0,0-10-14 0,10-1-1 0,10 2-2 0,-11-11 0 0,1 1 0 0,-10 8 0 0,0-8-1 0,0 9 0 0,-19-1 0 0,-1 2 1 0,-10 9 3 0,0 9 3 0,0 2 1 0,1-1-1 0,9 9-4 0,10 2-3 0,0-12 0 0,10 11 0 0,20-11-1 0,10-9-2 0,-1 11-9 0,11-22-7 0,-10-7-6 0,0-2 17 0,-21 10-8 0</inkml:trace>
  <inkml:trace contextRef="#ctx0" brushRef="#br0" timeOffset="18">17274 9227 16 0,'0'0'3'0,"-10"-10"-1"0,-10-1 6 0,10 11 2 0,0 0-2 0,0 11 0 0,10 18 2 0,-9 22-1 0,9 8-1 0,9 0-3 0,1-9-1 0,0-1-4 0,20-8 0 0,-10-12 1 0,0 0 0 0,0-18-1 0,-1-1 1 0,1-10-1 0,0 0 0 0,0-21-2 0,0 2-1 0,-9-11 2 0,8 10-1 0,-8-10 1 0,-3 11 2 0,-8-2-1 0,0 2 2 0,-8 8 0 0,-3 11 2 0,11 11-1 0,-10 8 1 0,1 2 0 0,-2-2-2 0,11 2-2 0,20-1 0 0,9-2 1 0,31-7-4 0,-1-11-17 0,1 0-27 0,-10 0 9 0</inkml:trace>
  <inkml:trace contextRef="#ctx0" brushRef="#br0" timeOffset="19">20707 5596 5 0,'0'0'7'0,"0"-10"-3"0,10 0-3 0,-10-1 1 0,9-8 0 0,-9 8 1 0,0 11-1 0,0-9 4 0,0 18 0 0,0 21-3 0,0 1-1 0,0-11-2 0,0 9 0 0,0-10 0 0,0 2-1 0,11-11-3 0,-11-1-7 0,0-9 3 0,10-9 0 0,-10 9-3 0</inkml:trace>
  <inkml:trace contextRef="#ctx0" brushRef="#br0" timeOffset="20">20698 5487 8 0,'0'0'4'0,"-11"-10"0"0,1-10-3 0,-10 10 1 0,10-10 1 0,2 10 0 0,8 0-1 0,8-1 0 0,12 11 0 0,11-9-1 0,-3 18-1 0,3 12-1 0,-3-11 2 0,-7 10 0 0,-11-1-1 0,0 2 1 0,-10-2-1 0,0 1 0 0,-10-11 0 0,0 12-1 0,10-1-4 0,-10-10-2 0,10 0-14 0</inkml:trace>
  <inkml:trace contextRef="#ctx0" brushRef="#br0" timeOffset="21">20639 5734 15 0,'0'0'3'0,"0"0"2"0,-11 0-2 0,11 0 3 0,11 0 13 0,17-9-16 0,-8 9-1 0,10-10-1 0,0 10-3 0,-1-11-10 0,1 11-10 0,-10-9 1 0</inkml:trace>
  <inkml:trace contextRef="#ctx0" brushRef="#br0" timeOffset="22">23465 6636 8 0,'0'0'4'0,"-10"-29"-3"0,0 0-1 0,-9 9 0 0,-1-10-1 0,-10 10 2 0,0 1-1 0,0 9 0 0,-9 10 0 0,-11 0 0 0,10 10 1 0,-9 19 1 0,-21 11 1 0,11 9 1 0,-1 1 0 0,11 20-1 0,-1 8-3 0,10 12-1 0,1 0 2 0,-1-2-1 0,10 11 1 0,0-18 0 0,11 7 0 0,-2 2 1 0,12 0 0 0,-1-2 1 0,1 2-2 0,9-1 0 0,-11 0 0 0,11-9 0 0,0-2 0 0,0-8 0 0,0-10 1 0,11 10-2 0,8-20 1 0,1-1 0 0,9 1 0 0,1-1 0 0,0 1 0 0,0 0-1 0,0 9 0 0,-11-10 0 0,11-9 0 0,-10 0 0 0,10-10 0 0,0 10 0 0,9-22 1 0,1 3-1 0,10-21 1 0,-1 9 1 0,1-18-2 0,-11-1 1 0,31-10-2 0,-11-9 1 0,11 9 0 0,-30 0 0 0,9-10-1 0,11-1 2 0,9-7-1 0,1-2-1 0,-11-11 2 0,-9 3-1 0,-1-3 0 0,1 3 0 0,-10-12 0 0,-11 0 0 0,-9-10 0 0,-10 2 1 0,0-41 0 0,-20 9 0 0,-11-9-2 0,-17 10 3 0,8 0 0 0,-10 29 0 0,-9-59-1 0,-1 40-1 0,-10-10-1 0,11 0 0 0,-1 9 0 0,1-9-1 0,9 29 2 0,0-9-2 0,-9 19-8 0,29 30-13 0,10 11 9 0,0 9 2 0</inkml:trace>
  <inkml:trace contextRef="#ctx0" brushRef="#br0" timeOffset="23">22731 6965 7 0,'0'0'3'0,"0"0"-3"0,0 9 1 0,0-9-1 0,0 11 0 0,0-1 0 0,10-10 0 0,-10 9 1 0,0-18 4 0,0-1-2 0,0-1 1 0,-10 2 0 0,0-11 0 0,0-10 0 0,-11 10-2 0,-7-9 2 0,-12-2-1 0,-10-8-1 0,-9-10 0 0,-11-11 0 0,1 9 0 0,-11-18 0 0,11 1 0 0,-10 7 0 0,-1-17 1 0,-9 8-1 0,10 11 0 0,-1-2 1 0,1-8 1 0,19 20-2 0,-9 9-2 0,9 11 2 0,21-1-2 0,9 9 0 0,0 12 0 0,20-1 0 0,10-1-2 0,0 2-1 0,0 9-6 0,10 0-14 0,0 0 1 0,-10 0 4 0</inkml:trace>
  <inkml:trace contextRef="#ctx0" brushRef="#br0" timeOffset="24">21312 5893 6 0,'0'0'3'0,"0"0"0"0,-10 9-1 0,10-9-1 0,0-9 11 0,0-1-9 0,0 0 0 0,0 1 1 0,0-11-1 0,-10 9-1 0,10-8 1 0,-10-1-1 0,10 10-2 0,0 0 2 0,-8-1-2 0,8 2 0 0,0 9-1 0,8-9 1 0,2 9 0 0,0 0 0 0,10 9 0 0,0 0 0 0,10 2 0 0,-1-1 0 0,1 9-2 0,-10-8-11 0,-10-1-3 0,0-1-1 0</inkml:trace>
  <inkml:trace contextRef="#ctx0" brushRef="#br0" timeOffset="25">20975 5725 6 0,'0'0'6'0,"0"-10"-4"0,10-1 0 0,0 2-1 0,-10-1 0 0,10 0-1 0,0-1 0 0,-10 2 1 0,0-12-1 0,0 12 0 0,0 0 0 0,0-2 1 0,-10 2 0 0,-10-1 1 0,0 10 1 0,0 0 0 0,0 0 2 0,0 19 1 0,-9 1-2 0,19-11-1 0,-10 21-2 0,20-9 0 0,0-11-1 0,10 10 0 0,10-10 1 0,-1-1-1 0,11-9 1 0,0-9-1 0,0-12 0 0,-10 12-1 0,-10-1-1 0,9-20 0 0,-9 20 0 0,0-10 0 0,-10 11 1 0,0-2 1 0,0 2 0 0,0-1 0 0,0 0 0 0,-10 10 0 0,0 0 1 0,0 10 2 0,1 0 0 0,9-1 0 0,-10 11-2 0,10 0 1 0,0-10-2 0,0-1 1 0,10 2 1 0,-1-1 0 0,21-10 0 0,-10 0-1 0,0 0 0 0,0-10 0 0,-10-1-1 0,10 2 0 0,-1-1 0 0,1-10 0 0,-10 0 0 0,10 11-1 0,-10-1 1 0,-10 0 0 0,10 10 1 0,-20 10 5 0,10 0-2 0,0 10-3 0,0-11 0 0,0 0 0 0,0 2-1 0,10-1 1 0,20-10-1 0,-11 0-2 0,21 0-10 0,-1 0-21 0,1-10 14 0,-40 10 7 0</inkml:trace>
  <inkml:trace contextRef="#ctx0" brushRef="#br0" timeOffset="26">21570 5586 4 0,'0'0'4'0,"0"-10"-1"0,0-10-1 0,0-1-1 0,0 2 1 0,0 9-1 0,0 10 3 0,0 0 1 0,0 20 1 0,0 0-3 0,0-1 0 0,0 12 0 0,0-2 0 0,10-9 0 0,-10-1 1 0,0 2-3 0,0-2 1 0,10-8-1 0,-10-11 1 0,0 0-1 0,10 0 0 0,0-20-1 0,0 10 0 0,10-11 0 0,-10 2 0 0,9-10-1 0,-9 9 1 0,0 10 0 0,0 0 0 0,0-1 0 0,-10 11 0 0,0 11 2 0,0-1 1 0,0 0-2 0,0 10 2 0,0-11-2 0,0 0 1 0,10 2-1 0,-10-1 0 0,10-10 0 0,0 0-1 0,0 0 0 0,10 0 1 0,-10-10-2 0,-1-1 1 0,11 11-1 0,-20-9 1 0,10 0-1 0,0-2 1 0,0 11 0 0,-10 0 0 0,0 11 2 0,0-2-2 0,0 11 2 0,0-10-2 0,10-1 0 0,10 2-1 0,0-1 2 0,1-10-6 0,-3 0-16 0,2-10-11 0,1-1 15 0</inkml:trace>
  <inkml:trace contextRef="#ctx0" brushRef="#br0" timeOffset="27">21937 5366 12 0,'0'0'2'0,"0"-8"2"0,-10 8-4 0,10 0-2 0,0 0 0 0,-10 0-12 0</inkml:trace>
  <inkml:trace contextRef="#ctx0" brushRef="#br0" timeOffset="28">22046 5576 12 0,'0'0'2'0,"0"-11"0"0,-10 11 4 0,10 0 4 0,-9 0-2 0,9 0 0 0,0 11-2 0,0 9-1 0,0 9-3 0,9-9 1 0,10-10-2 0,-8 10 1 0,-1 0-2 0,0-11 0 0,0-9 0 0,-10 11 0 0,10-11 1 0,0-20-1 0,-10 10-1 0,0-11 1 0,0 2 0 0,0-1-1 0,0 0 1 0,10 1 0 0,-10 9-1 0,10-1 1 0,0 11-1 0,0-9 1 0,-1 9-1 0,11 0 1 0,0 0 0 0,0 0-1 0,0 0 1 0,0-10 0 0,0 10 0 0,-1 0 0 0,-9-11-1 0,-10 11 1 0,10-9 0 0,-10 9 0 0,0 0 0 0,-10 0 0 0,0 0 0 0,-9 0 0 0,9 0-1 0,0 9 1 0,0 2 0 0,0-1 0 0,10-1 0 0,-10 2 0 0,10 9 1 0,10-20-1 0,0 9 0 0,10 2 0 0,9-2 0 0,-9-9 1 0,0 0-1 0,0 0 0 0,0 0 0 0,-10 0 0 0,10 0 0 0,-11 0 0 0,11 0 0 0,-10 0 0 0,0 0 0 0,-10 0 0 0,10 0 1 0,0 0-1 0,0-9 0 0,0 9 0 0,0-11 0 0,0 11 0 0,0-9 0 0,1 9 0 0,-3 0 0 0,-8-10 1 0,10 0-1 0,-10 10 0 0,0-11 0 0,0 11 0 0,-10-9 0 0,2 9 1 0,-13-10-1 0,1 10 0 0,0 0 0 0,10 10 0 0,-10-10 0 0,0 9 0 0,10 2 1 0,1 9-1 0,-1-11 0 0,10 2 1 0,10-2-1 0,-1 11 1 0,21-20-1 0,-10 10 1 0,0-1-1 0,0-9 0 0,0 0 1 0,-1-9-1 0,1-1 1 0,-10-1-1 0,11 2 0 0,-21 0 1 0,9-2-1 0,-9 2 0 0,0-1 0 0,0 0 1 0,0 10-1 0,-9-11 0 0,9 11 0 0,-11 0 0 0,11 0 1 0,-10 0-1 0,10 11 0 0,-10-1 0 0,10 0 1 0,0-1-1 0,10 11 0 0,-10-11 0 0,10 2 0 0,1-11 1 0,-2 0-1 0,10 0 0 0,2 0 0 0,-11-11 1 0,9 2-1 0,-10 0 0 0,12-11 0 0,-11 10 0 0,0 0 0 0,0 10 1 0,-10-11-1 0,10 11 0 0,-10 0 0 0,0 0 0 0,0 11 0 0,0-1 0 0,10 0 0 0,-10-1 0 0,10 2 1 0,0-11-1 0,0 9 0 0,-1-9 1 0,1 0-1 0,10-9 0 0,-10 9 1 0,0-11-1 0,0 2 0 0,0-1 1 0,0 10-1 0,-10-10 0 0,10-1 0 0,-10 11 0 0,0 0 1 0,0 11-1 0,0-1 0 0,10 0 0 0,-10-10 0 0,20 0 1 0,-1 9-1 0,1-9 0 0,0 0-1 0,-10 0 0 0,10 0-2 0,-10 0 3 0</inkml:trace>
  <inkml:trace contextRef="#ctx0" brushRef="#br0" timeOffset="29">23277 5685 10 0,'0'0'1'0,"0"0"0"0,20 0 0 0,-11-10 0 0,1-1 1 0,-1 2-1 0,2-1-1 0,-1-1 0 0,0 2 0 0,-10 0 0 0,0-2-1 0,0 2 0 0,0 9 0 0,-10-10 1 0,-20 10 1 0,11 0 3 0,-1 0 7 0,0 10 0 0,1 10-5 0,8-11-2 0,1 0-3 0,0 12 0 0,20-12-2 0,11 2 1 0,7-11-3 0,3 0-8 0,-12 0-9 0,21-20 13 0,-30 10-4 0</inkml:trace>
  <inkml:trace contextRef="#ctx0" brushRef="#br0" timeOffset="30">23406 5337 8 0,'0'0'3'0,"-10"0"-2"0,0 0 0 0,0 0 4 0,0 21-3 0,0 8-1 0,10 1 0 0,0 10 0 0,0-10 0 0,0 9 0 0,10-9 1 0,10 0-1 0,0 0 0 0,-10-12 1 0,0-7-1 0,9-1 0 0,-9-1 0 0,10-9 0 0,0-19 0 0,-10 8 0 0,0-7-1 0,0-2-1 0,0 0 1 0,0 0-1 0,-10-1 0 0,0 12 1 0,0-1-1 0,-10 10 1 0,10 10 0 0,-10-1 1 0,0 12-1 0,10-12 1 0,0 12 0 0,0-11 0 0,10-1 0 0,10 11-1 0,-1-20 0 0,11 9 0 0,-20 2-1 0</inkml:trace>
  <inkml:trace contextRef="#ctx0" brushRef="#br0" timeOffset="31">23793 5754 13 0,'0'0'2'0,"0"0"17"0,0 0-8 0,0 0-6 0,0-9-4 0,0-2 0 0,10 2-1 0,-10-1 0 0,11-10 0 0,-3 10-1 0,2-11 0 0,10 2 0 0,1-10-1 0,-2 9-1 0,-10 0 1 0,2-10 1 0,-1 19 1 0,0 2 0 0,-10-1 3 0,0 20 9 0,0-1-6 0,-10 12-1 0,10-1-1 0,0 0 0 0,0-11 0 0,10 11-1 0,-10-11-1 0,9 12 2 0,10-21-3 0,-8 9 1 0,-1-9-1 0,0 0-1 0,20-9 1 0,-10-1-3 0,-10-1-2 0,9 2 1 0,-9-11 1 0,0 11 2 0,0-1-1 0,0-11 2 0,-20 21-1 0,10 0 3 0,0 0 1 0,-10 11-1 0,10-1 0 0,-10 9-1 0,10-8 0 0,0-2-1 0,10 0 0 0,0 2-1 0,10-11-8 0,-10 0-16 0,0 0-13 0,10 0 17 0,-10 0 8 0</inkml:trace>
  <inkml:trace contextRef="#ctx0" brushRef="#br0" timeOffset="32">24199 5387 13 0,'0'0'2'0,"-9"0"1"0,-1-10-3 0,-10-1-3 0,10 3 0 0,10 8-9 0</inkml:trace>
  <inkml:trace contextRef="#ctx0" brushRef="#br0" timeOffset="33">24338 5516 13 0,'0'0'2'0,"0"0"10"0,-10 0 0 0,10 0 1 0,-19 0-3 0,9 0-2 0,0 0-4 0,-10 0-2 0,10 0-2 0,10 10 1 0,-10-10 0 0,10 20-2 0,10-10 2 0,10 10-1 0,-10 0-1 0,0 9 1 0,10-20 0 0,-11 12 1 0,-9-1-1 0,0-10 0 0,0-10-1 0,0 10 0 0,-9-20 1 0,9 0-3 0,0-1 0 0,0-8-1 0,0 8 0 0,9 2 1 0,1 0 3 0,0-11-1 0,10 20 1 0,0-10 0 0,10 0-1 0,-10 10 1 0,9 0 0 0,-9-11 1 0,1 11-1 0,-2-9 2 0,-10 9 0 0,2-10 1 0,-1 10 0 0,-10 0-3 0,-10 0 1 0,-1 0 2 0,2 0 0 0,-10 0 1 0,-2 0-2 0,1 0 0 0,2 10-1 0,7-1-1 0,-9 2 1 0,20-1 0 0,0 0-1 0,0-1 1 0,10 2-2 0,11-2 2 0,-3-9-2 0,-8 0-1 0,10 0-2 0,-9 0 1 0,8-9 1 0,-10-2 0 0,2 11 3 0,-1-9-1 0,-10-1 0 0,10 0 0 0,-10-1 1 0,0 2 0 0,0-1 0 0,9 10 0 0,-9 0 1 0,0 10 2 0,-9 10-2 0,9 20 1 0,-10-1-3 0,10 10 2 0,-10-8-2 0,10 8 2 0,-11 1-1 0,11-11-1 0,0 1 1 0,0-20-1 0,0 0-2 0,0 0-5 0,0-20-10 0,0 0-1 0,0 0-9 0,0-20 14 0,0 10 2 0</inkml:trace>
  <inkml:trace contextRef="#ctx0" brushRef="#br0" timeOffset="34">24467 5784 23 0,'0'0'29'0,"0"0"19"0,10-10-43 0,21 10-3 0,8-11 0 0,0 2-3 0,1 9-4 0,0-9-23 0,-10 9-21 0,-21-11 23 0</inkml:trace>
  <inkml:trace contextRef="#ctx0" brushRef="#br0" timeOffset="35">24904 5794 35 0,'0'0'36'0,"0"-10"-8"0,0 10-9 0,0-10-4 0,0 10-9 0,0-11-5 0,0 2 1 0,0 0-5 0,0 9-15 0,0-11-40 0,0 11-5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8-03T14:15:53.743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1607 8959 9 0,'0'0'6'0,"0"0"-2"0,11-10-4 0,-11 10 1 0,0 0 0 0,-21 0 0 0,-8 0-1 0,-10 0 0 0,-2 0 0 0,-18 10 1 0,9-10-1 0,10 10 1 0,1-10 0 0,-11 9 1 0,1-9 0 0,-1 0 2 0,0 0-1 0,11 0-1 0,-1 0-1 0,20 11-1 0,10-11 0 0,1 0 0 0,9 0-1 0,0 0 1 0,0 10 0 0,0-10 0 0,0 0 1 0,9 9-1 0,1-9 0 0,-1 11 0 0,-9-11 1 0,11 20-1 0,-1-1 1 0,-10 0 0 0,10 22 1 0,-10-1 0 0,0 19-1 0,0-9 0 0,0 28-1 0,-10 3 1 0,0-12 1 0,10 0-2 0,-11-20 0 0,2 31 0 0,-1-10 1 0,1-1-1 0,-2 1 0 0,11 8-1 0,-10 3 1 0,0 7-1 0,10 2 0 0,0 9 0 0,0 9-1 0,0 3 0 0,10-12-1 0,-10 10 2 0,10-10 1 0,-10-10-2 0,11 31 1 0,-2-21 2 0,-9 9-1 0,10-9 2 0,-10 21-2 0,0-11-1 0,9-19 1 0,-9-2-1 0,0 2 2 0,11-11-1 0,-11 1 0 0,10-11 1 0,-10-20-1 0,10 21 0 0,-10-11 0 0,10-8 0 0,-10 8 5 0,0-19-5 0,0 8 0 0,0-8-1 0,0 11 0 0,0-12 0 0,0 0 0 0,0-8 0 0,0 8 1 0,0-10 0 0,0 2-1 0,-10-1 1 0,10 10 0 0,0-11 0 0,0-9 0 0,0 10 0 0,0-20 0 0,10 9 1 0,-10-19 2 0,0 11-1 0,10-11 0 0,-10 0 0 0,10 0 1 0,9 0-1 0,-9 0-1 0,20 0 0 0,-10 0 0 0,20 10 3 0,49-10-3 0,0 19 0 0,-29 0-1 0,-11-8 1 0,2-11-1 0,7 10 0 0,1-10-1 0,2 0-3 0,-12 0-7 0,-9 0-11 0,-10 10 3 0,-20-10 12 0</inkml:trace>
  <inkml:trace contextRef="#ctx0" brushRef="#br0" timeOffset="1">4673 13365 9 0,'0'0'4'0,"0"9"-1"0,0 11-1 0,0-10-1 0,10 9-1 0,-10-8 0 0,10-1 1 0,-10 10-1 0,10-10 0 0,-10-10 0 0,0 0 0 0,10 0-1 0,-10 0 0 0,0-10-2 0,0-1-12 0</inkml:trace>
  <inkml:trace contextRef="#ctx0" brushRef="#br0" timeOffset="2">4693 13324 6 0,'0'0'6'0,"-10"-9"0"0,10 9-4 0,0-10-1 0,0 10 1 0,-10 0-1 0,10 0 1 0,0 10 2 0,0 10 0 0,0 10 0 0,0-12 1 0,0 3 0 0,10-2-3 0,0-8-1 0,0 8 1 0,-10 2-2 0,0-11 0 0,10-1-1 0,-10-9-8 0,0 10-9 0,10-10 10 0</inkml:trace>
  <inkml:trace contextRef="#ctx0" brushRef="#br0" timeOffset="3">4862 13453 10 0,'0'0'9'0,"0"-9"-7"0,10 9 0 0,0-10 1 0,-10-1-1 0,9 2-1 0,1-1-1 0,-10 0 1 0,10-10-1 0,-10 11 0 0,0-2 0 0,-10 2-1 0,0 9 1 0,10-10 0 0,-9 10 0 0,-11 0 0 0,10 10 1 0,0 10 2 0,0-11 2 0,-1 21-1 0,11-20-2 0,0 20-1 0,0-21 1 0,11 12-1 0,19-11 1 0,-10-10 1 0,-1 9-1 0,1-9 0 0,10-9 1 0,-10-1-1 0,0 10-1 0,-10-21 0 0,0 12 0 0,-1-12-1 0,-9 12-2 0,-9-11-1 0,-1 9-6 0,-10 2-7 0,10 0 5 0,0-2 6 0,10 11-14 0</inkml:trace>
  <inkml:trace contextRef="#ctx0" brushRef="#br0" timeOffset="4">5428 13453 11 0,'0'-9'4'0,"-11"9"0"0,11 0-2 0,-10 0-1 0,10 0 1 0,10 0 1 0,10 0-2 0,-1 0-1 0,22 0 1 0,8-10-1 0,21-1 0 0,-1 11 0 0,1-9-1 0,-1-1 0 0,-9 10-1 0,-21 0 2 0,1 0-1 0,-20 0 0 0,1 0 0 0,-2-10 1 0,-19 10 0 0,9 0 1 0,-9-11-1 0,-9 11 1 0,-10-9 0 0,8 0 0 0,-9 9 2 0,0-11-1 0,0 11 0 0,10 0 0 0,0 0 0 0,1 0-2 0,9 0 0 0,0 0 1 0,19 11-1 0,1-11 0 0,0 9-1 0,10 0 1 0,-10 2-1 0,9 9 1 0,-8 0-1 0,-12-10 1 0,10-1 1 0,-19 12-1 0,11-11 3 0,-22-1 0 0,2 1 0 0,-21-10 1 0,10 10-2 0,1-1-1 0,10 2-1 0,-12-1-2 0,11-10-6 0,10 9-8 0,10-9-3 0</inkml:trace>
  <inkml:trace contextRef="#ctx0" brushRef="#br0" timeOffset="5">6618 13563 10 0,'0'0'4'0,"0"0"0"0,0 0-2 0,-10 0 0 0,10 0 2 0,0-11 0 0,0 2-1 0,10-1 0 0,0-10 0 0,10 0-1 0,-10 1-1 0,9-2 0 0,2-9-1 0,-12 11 0 0,10-2 0 0,-8 3 1 0,-1-2 0 0,0 10-1 0,0-1 0 0,-10 2 2 0,0 9 1 0,0 0 2 0,0 30-1 0,0-10-2 0,0-2 0 0,10 3 0 0,-10-2-1 0,0 2 0 0,10-1-1 0,-10-10 0 0,9 0-1 0,1-1-5 0,0 1-12 0,-10-10 0 0,10 0 11 0,0 0-10 0</inkml:trace>
  <inkml:trace contextRef="#ctx0" brushRef="#br0" timeOffset="6">6876 13503 11 0,'0'0'4'0,"0"0"-1"0,0 0-2 0,0 10 1 0,0-10 6 0,10-10-3 0,0 0-1 0,89-69 15 0,-89 69-19 0,0-20-1 0,-10 30-2 0,-10 0 1 0,0 0-1 0,-10 0 3 0,0 20-1 0,-10 9 3 0,21-8-1 0,-11 28 0 0,20-29-2 0,139-11 1 0,-110-18 0 0,1-1 0 0,-10-9 0 0,-10 9-1 0,0 0 2 0,-10-1-1 0,-10 2 0 0,0-1 1 0,0-1 1 0,-10 2-1 0,10-1 0 0,0 0-1 0,10 10 0 0,-10 0-1 0,10-11 1 0,10 11 0 0,0-9-1 0,10 9 1 0,0-9 0 0,0 9-1 0,-10 0 1 0,10 0 0 0,-10 0 0 0,-1 9 0 0,1-9 0 0,-10 9 1 0,0 12 1 0,0-2 2 0,0 2-1 0,-10-1 0 0,10 0-1 0,0-1 1 0,0 0-2 0,0 2 0 0,10-12-1 0,10 2 0 0,0-1 0 0,0-10 0 0,10 0 0 0,-1-10 0 0,-8-10 1 0,-2-1-1 0,11-8-1 0,-20 10 2 0,-10-2-1 0,0-9 1 0,-10 11 0 0,-11-2 0 0,2 12 0 0,-1-11-2 0,0 20-3 0,1 0-26 0,10 11-12 0</inkml:trace>
  <inkml:trace contextRef="#ctx0" brushRef="#br0" timeOffset="7">15508 9803 9 0,'0'0'4'0,"-10"-10"1"0,0 10-4 0,0-11 0 0,-20 11-1 0,1 0 0 0,-1 0 0 0,0-9 0 0,0 9 0 0,1 0 0 0,-1 0 0 0,0 0 0 0,0 0 0 0,0 0 0 0,1 0 0 0,-1 0 0 0,10 0 1 0,-11 0-1 0,12 0 0 0,10 9 1 0,-1-9-1 0,0 11 0 0,10-11 0 0,0 10 0 0,10-2 0 0,0 3 0 0,-10 19 0 0,9-1 0 0,1 1-1 0,-1 30 1 0,12 0 0 0,-11-1 0 0,0 21 1 0,0-2-2 0,0-8 1 0,0 29 0 0,0-9 0 0,-10 9 0 0,10-9 0 0,-10 9-1 0,0 40 1 0,0-50 0 0,0 30 0 0,0-20 0 0,0 0 0 0,0-9 0 0,0-11 0 0,0-9 0 0,10-11 0 0,9-10 0 0,-9-9 0 0,10-10 0 0,-10-10 0 0,0-11 0 0,0 2 0 0,-10-1 0 0,10-1 1 0,-10 2-1 0,10 7 0 0,-10-7-1 0,0 9 2 0,0-11-1 0,10-9 0 0,-10 0 0 0,10 0 0 0,0 0 1 0,-10-9-1 0,9-1 0 0,11 0 0 0,0-1 0 0,0 3 0 0,0-2 0 0,10-1-1 0,-1 11 0 0,1 0-1 0,-10-9-16 0</inkml:trace>
  <inkml:trace contextRef="#ctx0" brushRef="#br0" timeOffset="8">24021 9703 17 0,'0'0'2'0,"0"-10"-1"0,0 10-1 0,10-10 0 0,20 10 0 0,-11 0 0 0,11 0 0 0,0 0 0 0,0 0 0 0,9 0 0 0,1-9-1 0,0 9 1 0,-10 0 0 0,-1 0 1 0,-9 0 1 0,0 0 1 0,-10 9 2 0,0-9-1 0,-10 0-1 0,10 10-1 0,-10 9 0 0,0 2-2 0,10 9 1 0,-10 0-1 0,10 9 0 0,1 21 0 0,-3 9 0 0,2 1 0 0,-10-1 0 0,10 10-1 0,0 11-4 0,0-1 5 0,1-1-1 0,-11 33 0 0,9-32 1 0,-9 30 0 0,0-20-1 0,0 0 0 0,0-9 1 0,-9-2 0 0,-2-8 1 0,1 0 0 0,0-21 0 0,0-10 2 0,0-8 2 0,2-12-1 0,-13-9 0 0,11-11 1 0,-10 2-1 0,0-11-2 0,-10 0-3 0,1-11 2 0,-1 2-1 0,-10-11 0 0,-29 0 0 0,-1 0-2 0,11 20-2 0,9-9-9 0,0 9-9 0,-9 0 15 0,49 0-7 0</inkml:trace>
  <inkml:trace contextRef="#ctx0" brushRef="#br0" timeOffset="9">15399 11449 8 0,'0'0'3'0,"10"-9"-1"0,10 9-2 0,9-10 0 0,1-1 0 0,11-8 0 0,7-2 1 0,21-27 0 0,1 8 0 0,20-20 1 0,-11 10-1 0,20-20 0 0,-10 2 0 0,50-22 0 0,-20 1-1 0,20-10 1 0,0 10 1 0,0-1 0 0,-10 11-1 0,50-30-1 0,-21 20-1 0,1-1 2 0,10-9-1 0,-10 20 0 0,-11 9-1 0,-19 10 1 0,-8 11 0 0,-34 19-2 0,-17 20-1 0,-20 10 0 0,-20 10-16 0</inkml:trace>
  <inkml:trace contextRef="#ctx0" brushRef="#br0" timeOffset="10">17264 11588 20 0,'0'0'3'0,"-10"0"-3"0,10 0 0 0,10 0 0 0,20 0 0 0,10-29 1 0,39-21 0 0,0-10-1 0,20 1 1 0,1-11-1 0,9-9 1 0,10 10-1 0,0-1 1 0,20 1-1 0,0-11 1 0,0 1-1 0,10-20 0 0,9 9 2 0,11-9-1 0,-10 10 0 0,9-10 0 0,-9 10-1 0,10-1 1 0,-1 1-1 0,-19 9-1 0,-10 21 1 0,-31 19 0 0,-7 11-1 0,-22 9-1 0,0-1 0 0,-19 2-2 0,-1-2-1 0,-9 21 3 0,-20 0-16 0</inkml:trace>
  <inkml:trace contextRef="#ctx0" brushRef="#br0" timeOffset="11">20082 11478 17 0,'9'0'1'0,"12"-29"0"0,28-10-1 0,21-22 0 0,-11 23-1 0,31-42 1 0,-1 21 0 0,0 9 0 0,20-9 0 0,0-1 1 0,10 1-1 0,10-11 0 0,0-9 1 0,20 9 1 0,0-10 0 0,10-19 2 0,0-1-2 0,-11 12-1 0,11-11 0 0,-40 30 1 0,50-42-2 0,-50 42 0 0,-30 20-1 0,-19 28 1 0,-11 3-1 0,-9 18 0 0,-1-11-1 0,-19 11-1 0,0 0-1 0,0 0 2 0,-20 11-18 0</inkml:trace>
  <inkml:trace contextRef="#ctx0" brushRef="#br0" timeOffset="12">22235 11340 22 0,'0'-9'1'0,"10"-11"0"0,10 0-1 0,29-21-1 0,11-28 0 0,19-1 1 0,12 2 0 0,7-12 0 0,21 0-1 0,10-8 2 0,0-2-1 0,10 0 1 0,9-9-1 0,-48 29 1 0,19 1 1 0,30-19-1 0,-20-2-2 0,-10 21 2 0,-30 29-1 0,-20 11 0 0,-49 29-2 0,20-11 0 0,-30 11-1 0,-10 0-17 0</inkml:trace>
  <inkml:trace contextRef="#ctx0" brushRef="#br0" timeOffset="13">16281 12610 255 0,'914'-138'0'0,"-656"138"0"0,39 0 0 0,-29 8 0 0,50 13 0 0,-21-2 0 0,1 2 0 0,19-1 0 0,-9 9 0 0,267 30 0 0</inkml:trace>
  <inkml:trace contextRef="#ctx0" brushRef="#br0" timeOffset="14">20072 5556 5 0,'0'0'9'0,"19"-10"-6"0,-8-1-1 0,-1 2-1 0,0-1-1 0,-10 0 1 0,9 10 0 0,-9-11 1 0,0 3-1 0,-9 8 0 0,-1 0-1 0,-11 0 0 0,2 8 0 0,-1 13 1 0,-10-2 0 0,12 11 0 0,-3 1 1 0,1-11 1 0,0 9-1 0,10-10 0 0,0 2-1 0,10-2 0 0,10 2 0 0,20-12 1 0,-10 2-1 0,9-11 0 0,1 0-1 0,0-11-1 0,0 2-4 0,-1-1-5 0,1 10 1 0,-10-11-11 0</inkml:trace>
  <inkml:trace contextRef="#ctx0" brushRef="#br0" timeOffset="15">20201 5616 9 0,'0'0'4'0,"0"0"-1"0,-10 9-3 0,10-9 2 0,0 9-1 0,0-9 1 0,10 0 5 0,0 0-4 0,10-9-1 0,0-11-1 0,-11 1-1 0,11 9 0 0,-10-10 1 0,0-1-1 0,10 2 0 0,-20 9 0 0,10-9-1 0,0-2 0 0,-10 12 2 0,0-1-1 0,0-1 0 0,-10 2-1 0,10 9 0 0,-20 0 0 0,10 9 1 0,-10 12 2 0,0 9 4 0,11 9-2 0,-11 0-1 0,10 1-2 0,10 0 0 0,0-10-1 0,10-1 0 0,0 1 1 0,9-10-1 0,1-11-1 0,-10-9-6 0,10 0-3 0,0-18 1 0,10-2 5 0,-20-1-14 0</inkml:trace>
  <inkml:trace contextRef="#ctx0" brushRef="#br0" timeOffset="16">20538 5219 14 0,'0'-10'3'0,"0"10"2"0,-10 0 0 0,0 20 2 0,1 9 1 0,-11 10-3 0,10 1-1 0,-10 0-2 0,10 10-2 0,10-11 1 0,-10-10-1 0,10 2-3 0,-10-1-8 0,10-10-2 0,0-10 5 0,10 9-11 0</inkml:trace>
  <inkml:trace contextRef="#ctx0" brushRef="#br0" timeOffset="17">20598 5546 12 0,'0'0'4'0,"0"0"1"0,-10 0 0 0,10 0 1 0,0 0 0 0,-10 0-2 0,0 10-1 0,0-1-1 0,0 2-1 0,10 9-1 0,0 0 0 0,0-11 0 0,0 11 1 0,0-10-1 0,0-1-1 0,10 12 1 0,-10-11 1 0,0-1 0 0,0 2 0 0,-10-1-1 0,10-10 0 0,-10 9 0 0,10-9-3 0,-10 0-2 0,10 0-5 0,-10 0-1 0,10-9 6 0,0 9-12 0</inkml:trace>
  <inkml:trace contextRef="#ctx0" brushRef="#br0" timeOffset="18">20380 5506 17 0,'0'0'4'0,"-10"0"-1"0,10 0-2 0,19-11 2 0,21 3 0 0,0-13-3 0,0 12-1 0,9-1-2 0,-19-1-6 0,-10 2-9 0</inkml:trace>
  <inkml:trace contextRef="#ctx0" brushRef="#br0" timeOffset="19">20935 5407 8 0,'0'-11'3'0,"0"-19"0"0,10-8-2 0,0 7 0 0,0 12 0 0,-10 8 1 0,0 2 0 0,0 9-1 0,-10 30 2 0,-10 19 1 0,-10 41-1 0,11-1 0 0,9-9 0 0,0 9-1 0,0-11-1 0,0-17-1 0,10-12 1 0,0-29 0 0,0-11-1 0,0 2-3 0,0-11-11 0,0 0 1 0,0 0 0 0</inkml:trace>
  <inkml:trace contextRef="#ctx0" brushRef="#br0" timeOffset="20">21074 5625 5 0,'0'0'3'0,"0"-20"2"0,10 1-3 0,0-2-1 0,0 2 0 0,-10 8 0 0,0 2 2 0,0 9-1 0,0 0 0 0,0 9 0 0,-10 12 0 0,10-1 1 0,-10 9-1 0,10 0-1 0,-10 1 1 0,10 1-1 0,0-11-1 0,10-1 1 0,-10 1 1 0,10-11-1 0,-10-9 3 0,10 0-2 0,-10-9-1 0,0-20-3 0,0 8 0 0,-10-8 0 0,10 9 1 0,0-10-1 0,-10 1 1 0,10 9 1 0,-10-10-1 0,10 19 2 0,0 2-2 0,0-1 0 0,0 10-1 0,0 10 3 0,0-1 0 0,0 12 0 0,10 9 0 0,0-11 1 0,0 1-2 0,10 0 1 0,0-1 0 0,-11-8-1 0,1 9 0 0,10-11 1 0,-10 2 1 0,0-11-2 0,0 0 1 0,0-11 0 0,0 2-1 0,0-11 0 0,-10 0 0 0,10-1-1 0,0 3 0 0,1-2 1 0,-11-11-1 0,8 12 1 0,-8 8 0 0,10 2-1 0,-10-1 0 0,0 10 2 0,0 10 3 0,0 20 0 0,0 0 0 0,0 0 0 0,0-1-2 0,10 1 0 0,-10-1-1 0,10 1 1 0,0-10-3 0,1 0 1 0,-2-10 0 0,1 9-3 0,-1-19-10 0,2 0-6 0,-1 0 5 0,-10 0-3 0</inkml:trace>
  <inkml:trace contextRef="#ctx0" brushRef="#br0" timeOffset="21">21124 5625 7 0,'0'0'2'0,"-10"0"1"0,10 0-1 0,-10-9 0 0,10 9 0 0,0-11 0 0,0 11 0 0,0-9 2 0,0 9 0 0,0-10-1 0,10 10 0 0,0 0 1 0,10 10 1 0,-1 10-2 0,11-2 0 0,0 12-2 0,-10 1-1 0,11-11 1 0,-3-1 0 0,-8 1-1 0,0 0 1 0,-1-10-1 0,-8 0-1 0,-1-10-3 0,0 0-5 0,-1 0-4 0,-9-10 2 0,0 0-6 0</inkml:trace>
  <inkml:trace contextRef="#ctx0" brushRef="#br0" timeOffset="22">21302 5495 11 0,'0'0'2'0,"0"0"0"0,0-8-1 0,0-2 0 0,0 10 2 0,-10 0 0 0,10 0-1 0,0 18 7 0,10 3-5 0,-10 19-2 0,0 0 1 0,0-2-2 0,10 3 0 0,-10-1-1 0,10-1 1 0,-10-9-2 0,0 0-3 0,11-20-11 0,-11 10-11 0</inkml:trace>
  <inkml:trace contextRef="#ctx0" brushRef="#br0" timeOffset="23">21521 5695 6 0,'0'0'3'0,"-10"-10"1"0,10 0-3 0,0-1 0 0,-10 11 0 0,10-9 0 0,-10-1 3 0,10 10-1 0,-10 0 0 0,10 10 1 0,0 10-2 0,-10 0-2 0,10 0 1 0,0-1-1 0,10 10 0 0,-10-18 0 0,10 9-6 0,0-11-5 0,-10-9-6 0</inkml:trace>
  <inkml:trace contextRef="#ctx0" brushRef="#br0" timeOffset="24">21540 5495 17 0,'0'-8'5'0,"-10"-2"2"0,-9-1-7 0,9 2-2 0,10 9-6 0,-10 0-11 0</inkml:trace>
  <inkml:trace contextRef="#ctx0" brushRef="#br0" timeOffset="25">21590 5634 12 0,'0'0'1'0,"0"-9"2"0,0 9-3 0,0-9 1 0,0-2 1 0,0 22 11 0,0 7-10 0,10 3-1 0,0 9-1 0,0-11-1 0,0 11 1 0,10-10 0 0,-11 0-1 0,1 0 1 0,0-20 0 0,0 9 0 0,0-18-1 0,0-1-4 0,-10-11 0 0,10 3 2 0,0-12 0 0,-10 10 1 0,10 0 0 0,0-10 1 0,0 19-1 0,0 2 1 0,0 0-1 0,-1-2 1 0,1 11 0 0,10 0 0 0,0 0 1 0,0 0-2 0,-10 0 2 0,10 0 0 0,-10 0 0 0,1-9 0 0,-3 9 0 0,2 0 0 0,-10-10-1 0,0 10-2 0,-10 0-1 0,2 0 2 0,-13 0 1 0,11 0 0 0,-10 10 1 0,0-1 2 0,0 2 0 0,10-2-1 0,0 11 0 0,0-10 0 0,10 10-1 0,0-10 0 0,10 9-1 0,10-8 1 0,0-1-1 0,0-10 0 0,0 9-1 0,0-9 1 0,-1 0-3 0,11 0-1 0,-9-9 1 0,7-1 2 0,-17-1 0 0,9 11 0 0,-1-9 1 0,-10 9 1 0,2-10-1 0,-1 10 1 0,0 0-1 0,0-10 0 0,0 10 0 0,10-11 0 0,-10 11 0 0,0-9 1 0,0-1-1 0,-1-1 0 0,1 2 0 0,0 0 0 0,-10-2 0 0,0 11 1 0,-20-9-1 0,11 9 0 0,-21 0 0 0,10 0 5 0,0 9-5 0,-11 2 5 0,12-2 0 0,0 11-2 0,9-10-1 0,-10-1 0 0,20 12-1 0,0-11-1 0,9-1 2 0,2 2-1 0,9-11 1 0,-1 0-1 0,11 0-1 0,-10-11 0 0,0 2 0 0,0-11 0 0,0 9 0 0,-11 2 0 0,1-12-1 0,0 12 1 0,-10 0-1 0,10-11 1 0,-10 10-1 0,-10 0 1 0,10 10-1 0,-10 0 1 0,10 0 0 0,-10 10-1 0,10 9 1 0,0-8 0 0,0 7 0 0,0-7 0 0,10-1 0 0,0 10 0 0,10-20 0 0,0 10 0 0,0-10 0 0,0 0 0 0,0 0 0 0,-11-10 0 0,11-1 0 0,0 2 1 0,-10-12-2 0,0 3 1 0,0-2 0 0,-10 10 0 0,10 0 0 0,-10-10 0 0,0 20 0 0,0 0-1 0,0 0 1 0,0 0 0 0,0 20 0 0,0-10 0 0,0 0 1 0,10-1-1 0,0 2 0 0,-10-11 0 0,20 0 0 0,-11 0 1 0,1 0-1 0,0 0 0 0,0-11 1 0,0 2-1 0,0-1 0 0,-10 0 0 0,10 10 0 0,-10 0-1 0,10 10 1 0,-10 0 0 0,10-1 0 0,10 2 0 0,1-11 0 0,-3 0 0 0,12 0-2 0,-30 0 2 0</inkml:trace>
  <inkml:trace contextRef="#ctx0" brushRef="#br0" timeOffset="26">22830 5565 11 0,'0'0'3'0,"10"0"6"0,0 0-3 0,0-9-1 0,10-1-4 0,0-1 0 0,-10 2-1 0,9-1 1 0,-9 0-2 0,0-9-3 0,0 9-1 0,-10-1 2 0,0 2 1 0,-10-1 1 0,0-1 1 0,-9 11 0 0,-1 0 2 0,0 0 3 0,0 11 0 0,0-1 2 0,10 10-3 0,0-10-1 0,10-2-2 0,-10 13 0 0,20-11 0 0,10-10 1 0,-10 9-2 0,10-9-3 0,0 0-12 0,10-19-4 0,-11 9 4 0</inkml:trace>
  <inkml:trace contextRef="#ctx0" brushRef="#br0" timeOffset="27">23039 5159 9 0,'0'0'4'0,"-10"-10"1"0,-10 10-1 0,10 10 1 0,0-1 0 0,-10 21 1 0,20-9 0 0,-10 18 0 0,0 0-3 0,20 1 0 0,-10 0-3 0,20-10 0 0,-10-1 0 0,10-8 0 0,0-12 0 0,0 2 0 0,-1-11 1 0,1-11-1 0,0-8 0 0,-10 8-1 0,0-18 1 0,0-1-1 0,0 11 0 0,-10 9 0 0,0-20 0 0,0 20 1 0,-10-1-1 0,0 11-3 0,10 11 13 0,-10-1-3 0,10 20-3 0,0-12-1 0,10-7-2 0,10 8 0 0,0-8 0 0,9-1 0 0,1-10 0 0,0 10-1 0,-21-10 0 0</inkml:trace>
  <inkml:trace contextRef="#ctx0" brushRef="#br0" timeOffset="28">22900 5844 27 0,'-10'10'6'0,"10"-10"8"0,0-10-14 0,0 10 2 0,10-11 0 0,0 11-1 0,0-19 0 0,9-1 0 0,-9 0 0 0,0-9-1 0,10-1 0 0,0-10 0 0,-10 10-2 0,0 1 1 0,10-1 0 0,-20 9 1 0,10 2-1 0,-10 19-1 0,9-11 1 0,-18 32 2 0,9-1 1 0,-10 9 0 0,0 0 0 0,10 1 0 0,0 1 0 0,0-11 0 0,20-10 0 0,-11 10 1 0,11-20 0 0,-10 0-2 0,10 0 1 0,0-11-2 0,0 2 1 0,-10-12-2 0,11 2 0 0,-13-2 1 0,12 12-1 0,-10-12 0 0,-10 12 1 0,10 0 0 0,-10 9 1 0,0 0 4 0,-10 9-2 0,10 0 0 0,0 12 1 0,0-12-3 0,0 12 0 0,10-11 0 0,1-10 0 0,8 9-3 0,1-9-11 0,9-9-21 0,1 9 5 0,-30 0 19 0</inkml:trace>
  <inkml:trace contextRef="#ctx0" brushRef="#br0" timeOffset="29">23376 5516 26 0,'0'-10'15'0,"-20"-1"-7"0,20-7-8 0,0 18 0 0,0-11-3 0,10 2-1 0,0 9 2 0,10 0-1 0,-10 0 0 0,0 0-2 0,9 9-1 0,-19 2 3 0,10-11 3 0,-10 10 1 0,0-2 1 0,-10 3 2 0,1-11 1 0,9 10-1 0,-10 0-2 0,0-1-1 0,0 21 0 0,10-9 0 0,10-2 0 0,0 10 0 0,-10 1 0 0,10 1-1 0,-10-1 0 0,9-1 1 0,-9-20 0 0,10 2 2 0,-10-1 1 0,0-20-6 0,0-1 0 0,0-18 1 0,-10 10-1 0,10-1 1 0,0 0 0 0,0 0-1 0,0 10 1 0,10-1 0 0,0 2 0 0,10 0 0 0,0 9 1 0,0-11 0 0,10 11-1 0,-1 0 1 0,1-9 0 0,0 9 0 0,0 0 1 0,-1-10 1 0,-9 10 0 0,0-10 0 0,-10 10 0 0,-10-11-1 0,0 11-1 0,-20-9 0 0,0 9 1 0,1 0 0 0,-1 0 1 0,0 0-2 0,0 0 2 0,10 0-1 0,0 0-2 0,10 9 2 0,10 2 0 0,0-1-1 0,10 0 0 0,0 10 0 0,9-2 0 0,-9 12 4 0,-10 10 3 0,0 19-1 0,0 11-4 0,-10-1-1 0,0-8 1 0,0-2 0 0,0-19-2 0,0-10 0 0,0-10 0 0,10-10-1 0,-10-2-6 0,0-8-18 0,0 0-5 0,0-18 14 0</inkml:trace>
  <inkml:trace contextRef="#ctx0" brushRef="#br0" timeOffset="30">23614 5873 19 0,'0'0'9'0,"0"0"5"0,0-9-4 0,30-11 5 0,-10 9-2 0,9 2-4 0,11-1-6 0,0-10-3 0,1 10-4 0,-3 0-19 0,2 10-18 0,-10-11 17 0</inkml:trace>
  <inkml:trace contextRef="#ctx0" brushRef="#br0" timeOffset="31">24100 5824 30 0,'0'0'24'0,"0"0"-3"0,0 0-9 0,0-10-3 0,0 10-4 0,0 0-4 0,0-11-3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8-03T14:15:53.775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  <inkml:brush xml:id="br1">
      <inkml:brushProperty name="width" value="0.05292" units="cm"/>
      <inkml:brushProperty name="height" value="0.05292" units="cm"/>
      <inkml:brushProperty name="color" value="#FF8000"/>
      <inkml:brushProperty name="antiAliased" value="0"/>
    </inkml:brush>
  </inkml:definitions>
  <inkml:trace contextRef="#ctx0" brushRef="#br0">9257 5189 16 0,'0'0'3'0,"-10"-10"-3"0,-10-1 1 0,-19 2-1 0,-11-1 1 0,0 0 1 0,-9 10 2 0,-1 0 4 0,-9 20 1 0,9 10-1 0,11 0-1 0,9 9-2 0,20-19-1 0,10 20 0 0,10 8-1 0,30 3-1 0,30-2 1 0,9-9-1 0,10 0 1 0,-9-10-3 0,9-10 1 0,1-11-1 0,-2-9 2 0,-8 0 0 0,-10-19-1 0,-20-2-1 0,-11-9 1 0,-19-10 0 0,0 11-1 0,-10-1-1 0,-20-10 1 0,-9 2 0 0,-11-2-2 0,-10 0-7 0,1 20-17 0,-1 10-4 0,30 10 5 0</inkml:trace>
  <inkml:trace contextRef="#ctx0" brushRef="#br0" timeOffset="1">9594 5238 16 0,'0'0'4'0,"-9"-9"-1"0,9 9-2 0,0-10 1 0,9-11 1 0,11 12 0 0,0-1-1 0,10-10 0 0,0 10 1 0,-1 10 0 0,-9-10 2 0,-10 20-1 0,0 0 1 0,-10 20-2 0,0 0-1 0,0-1-1 0,-10 1-2 0,10-11-2 0,0 12-6 0,0-11-12 0,0-2-7 0</inkml:trace>
  <inkml:trace contextRef="#ctx0" brushRef="#br0" timeOffset="2">9783 5495 27 0,'0'0'18'0,"-10"-8"-3"0,10 8 1 0,-10-10 1 0,0 10-6 0,0 0-4 0,0-11-6 0,10 11-3 0,-10 0-11 0,20 0-84 0</inkml:trace>
  <inkml:trace contextRef="#ctx0" brushRef="#br0" timeOffset="3">9852 5198 15 0,'0'-9'5'0,"0"9"-3"0,0-10-1 0,0-1 2 0,0 2 1 0,0-1 0 0,21 10-1 0,-12-10 0 0,10 10-1 0,-8-11 0 0,-1 22 1 0,0-1 0 0,-10 9 1 0,0 2 1 0,-10 9-1 0,0-1-1 0,-1 1-2 0,11-11-1 0,0 12-3 0,0-11-8 0,0-2-10 0,0 3 9 0,0-12-8 0</inkml:trace>
  <inkml:trace contextRef="#ctx0" brushRef="#br0" timeOffset="4">9952 5487 19 0,'0'0'14'0,"-10"-10"28"0,10 10-32 0,0 0-5 0,-10-11-5 0,10 11-6 0</inkml:trace>
  <inkml:trace contextRef="#ctx0" brushRef="#br0" timeOffset="5">8195 3858 15 0,'0'0'1'0,"-9"-9"1"0,9-11-1 0,-10 11 2 0,10-1 3 0,0-1-1 0,0 11-2 0,0 11 1 0,0 19 1 0,0 9-1 0,0 21-1 0,0-11-1 0,0 1-1 0,0-10-1 0,10-1 1 0,-10-19 1 0,9 0 0 0,-9-11 0 0,0-9 1 0,0-9 5 0,0-11-8 0,-9 0 0 0,9-1 0 0,-10-8 0 0,0 0 0 0,10-12 0 0,-10 12 1 0,10 0-1 0,0-1 0 0,-10 0 0 0,10 9 1 0,0 12-1 0,0 0 0 0,0 18 2 0,0 11 2 0,10 0-2 0,10 10 0 0,-1 0-1 0,1-1 0 0,10-10-1 0,-10 2 1 0,0-12-2 0,10 2-2 0,-11-11-10 0,1 10-13 0,-10-10 3 0,0-10 1 0</inkml:trace>
  <inkml:trace contextRef="#ctx0" brushRef="#br0" timeOffset="6">8374 3810 14 0,'0'0'4'0,"-10"-11"-3"0,10 11 3 0,-10-9 5 0,10 9 2 0,0 30 0 0,-10-1-3 0,10 11-3 0,10 20-2 0,-10-12-1 0,10-7-1 0,-10 9-1 0,10-21-2 0,0-9-3 0,-10 0-8 0,0 0-9 0,10-10 9 0,-10-10-5 0</inkml:trace>
  <inkml:trace contextRef="#ctx0" brushRef="#br0" timeOffset="7">8533 3711 18 0,'-10'0'4'0,"10"0"4"0,-10 9-4 0,0 11 5 0,0 10 3 0,0 10-3 0,10-1-4 0,0 10-3 0,0 2-1 0,0-22 0 0,0 20-1 0,0-28 1 0,0 9 0 0,0-20-1 0,0-10 1 0,0 8 0 0,10-16-2 0,0-13 0 0,0 12 0 0,0-11-1 0,11 9 1 0,-12 2 1 0,10 9-1 0,-9 0 1 0,0 9-1 0,1 12 2 0,-2 9 0 0,-9-12 0 0,0 3 2 0,-9-1 4 0,-12-10 1 0,2 9-2 0,-11-8-2 0,20-11-1 0,-10 0-2 0,10-11-3 0,0 2-6 0,0-1-21 0,10 10-14 0,10 0 21 0</inkml:trace>
  <inkml:trace contextRef="#ctx0" brushRef="#br0" timeOffset="8">8989 3094 9 0,'0'0'2'0,"0"-9"3"0,0-20-3 0,0 9 0 0,0 0 0 0,0 20 0 0,0-10 0 0,0 20 3 0,0 20 0 0,0 0 0 0,10 18-2 0,-10 3 0 0,10-3 0 0,-10 3-1 0,10-1 0 0,-10-21-2 0,0 10 0 0,0-28-1 0,10-1-4 0,-10 0-13 0,0-1-12 0</inkml:trace>
  <inkml:trace contextRef="#ctx0" brushRef="#br0" timeOffset="9">8920 3522 17 0,'0'0'1'0,"0"-10"1"0,10 0-1 0,-10-10 1 0,0-1 4 0,10 3 4 0,0-2-2 0,-1 0-2 0,-9 9-2 0,0 2-2 0,10 9 1 0,0 9 1 0,0 12-1 0,0 9-1 0,0-12 0 0,10 3-1 0,-10-1 1 0,0 0-1 0,20 0 0 0,-21-10-1 0,11-1 1 0,-10 2 2 0,0-11-1 0,0 0-1 0,0-20 1 0,0-1-1 0,-10 2 1 0,0-2-2 0,0 2 1 0,0 0-1 0,0-2-1 0,0 12-2 0,0-1-16 0,0 10-20 0,0 0 10 0</inkml:trace>
  <inkml:trace contextRef="#ctx0" brushRef="#br0" timeOffset="10">9188 3403 11 0,'0'0'6'0,"0"-11"-5"0,0 2 1 0,0-1 1 0,0-10 3 0,0 10 1 0,-9 10 1 0,9 0 0 0,-11 0 0 0,1 10-1 0,0 10 0 0,-20 10-2 0,10 10-2 0,1-1 0 0,-1 1 0 0,0-10-2 0,10 0 1 0,-10-1-2 0,10-19 0 0,10-1-3 0,-10 2-18 0,20-11-19 0,-10 0 13 0</inkml:trace>
  <inkml:trace contextRef="#ctx0" brushRef="#br0" timeOffset="11">8950 3432 7 0,'0'0'7'0,"0"0"-4"0,-10-9-1 0,10-1 0 0,-10 0 2 0,10-1 3 0,0 11 1 0,-10-9-2 0,10 9-1 0,0 0 1 0,0 9-3 0,0 12 0 0,10-2 0 0,0 10 1 0,0-8-1 0,9 9-1 0,-9-11 0 0,0 11-1 0,10-19-1 0,-10 18 1 0,0-19 1 0,0 0-2 0,-10-1 1 0,10-9 0 0,-10 0 0 0,0 0-9 0,-10-9 4 0,0-1 1 0,10 0 0 0,-10-1 3 0,0 3 0 0,0-2 0 0,0-1 1 0,0-8 1 0,0-1-1 0,0 10 2 0,1-11-1 0,9 2-1 0,-10 0 1 0,10 9-1 0,-10-1 1 0,10 2 0 0,0 9-2 0,0 0 8 0,10 20-5 0,9-2 0 0,-9 12 0 0,0-9-1 0,20 9-1 0,-20-11 0 0,10 2 0 0,-10-2-1 0,10-9 0 0,-10 0 1 0,-1-1-1 0,-9-9 0 0,10 0-2 0,-10 0-5 0,0-9-11 0,0-1-13 0,0 0 3 0,0 10 8 0</inkml:trace>
  <inkml:trace contextRef="#ctx0" brushRef="#br0" timeOffset="12">9148 3403 16 0,'0'0'2'0,"0"0"-1"0,0-11 1 0,0 11 6 0,0 11 13 0,0 18-18 0,-10-8-2 0,-10 8-1 0,10 1 1 0,0 0 1 0,-9 10 1 0,9-21-1 0,0 21-2 0,0-21 1 0,0 2-3 0,10-11-3 0,0-1-19 0,0 2 8 0,0-11 0 0</inkml:trace>
  <inkml:trace contextRef="#ctx0" brushRef="#br0" timeOffset="13">9168 3403 11 0,'0'0'3'0,"0"0"7"0,0 10-5 0,-10 9 0 0,10 2-2 0,-10 17-2 0,10-7 0 0,-10-1-1 0,10-10-1 0,-10-2-1 0,10-7-4 0,0-1-3 0,0 0 3 0,0-10-9 0</inkml:trace>
  <inkml:trace contextRef="#ctx0" brushRef="#br0" timeOffset="14">9188 3453 11 0,'0'0'5'0,"-9"0"3"0,9 8-3 0,-11 3 1 0,1 8-2 0,-10 12-2 0,10-11-3 0,0-1-4 0,-10 10-8 0,20-18-9 0</inkml:trace>
  <inkml:trace contextRef="#ctx0" brushRef="#br0" timeOffset="15">8950 3443 13 0,'0'0'4'0,"0"0"-2"0,-10 0-1 0,10 0 1 0,0 10 2 0,0-2 1 0,0 13 0 0,10 9 0 0,9-11-2 0,-9 11-1 0,10-1-1 0,-10-8-1 0,0-2-1 0,0 2-8 0,0-1-9 0,-10-20-1 0</inkml:trace>
  <inkml:trace contextRef="#ctx0" brushRef="#br0" timeOffset="16">15905 14208 255 0,'-20'-268'0'0</inkml:trace>
  <inkml:trace contextRef="#ctx0" brushRef="#br0" timeOffset="17">9456 2995 13 0,'0'0'5'0,"-10"-9"-4"0,10-1 0 0,0 0 1 0,-10-1 0 0,-10 11 0 0,10 0 1 0,0 11 0 0,-10 9 1 0,10 10 1 0,-10-10 0 0,10 9 0 0,1 0-1 0,-1-8-3 0,10-1-1 0,0 0 1 0,0 0 0 0,10-10 0 0,19-1-1 0,-9 2 0 0,0-11 1 0,10 0-1 0,-10 0 1 0,9-11-1 0,-9 2 1 0,10-12-1 0,0 2 0 0,-10-11 1 0,9 0-1 0,-9 1 1 0,0-2 0 0,-10 12 0 0,0-21 0 0,-10 11 0 0,0 9 0 0,0 10 0 0,-10-1-1 0,0 2 0 0,0 18 1 0,-10 2-1 0,10-1 3 0,-9 20 1 0,9 9-2 0,10-9 0 0,0 10 0 0,0-11-2 0,10 1 1 0,-1-10 0 0,21 9-1 0,-10-18-1 0,10 8-1 0,-10-19-6 0,0 11-6 0,9-11-3 0,-19 0 0 0,10-11 11 0,-10 2 5 0,0 9 1 0,0-10 0 0,-10 10 1 0,0-11 0 0,0 11 4 0,0 11 0 0,0-11-1 0,0 0 2 0,11 0 3 0,-2 0-8 0,10-11 0 0,1 2 0 0,0-1 0 0,-10 0 0 0,10-1 0 0,-10-8 0 0,0 8-1 0,-10 2 2 0,0 0-2 0,-10 9 0 0,-11 0-1 0,-7 0 1 0,-3 0 0 0,3 9 2 0,7 11 2 0,-9-10 1 0,10 10-1 0,10 0-2 0,0-11 0 0,10 12-1 0,0-12 1 0,10 2-1 0,10-11-1 0,0 9 1 0,10-9 0 0,0-9 0 0,-11 9-1 0,2-11 0 0,-2 2 0 0,-10-1-1 0,12-1 1 0,-11 11 0 0,-10-9 0 0,10-1 1 0,-10 10-1 0,0 10 3 0,0-10-1 0,0 9-1 0,0 2 0 0,10-11-1 0,0 10 0 0,-1-10 0 0,1 0 0 0,10 0-10 0,0 0-20 0,0-10 1 0,0-10 6 0</inkml:trace>
  <inkml:trace contextRef="#ctx0" brushRef="#br0" timeOffset="18">10150 3094 6 0,'0'0'5'0,"0"-9"0"0,10 9-4 0,-10-9 1 0,0 9-1 0,10-11 0 0,-10 11 2 0,10-9 0 0,-10 9 2 0,0-10-1 0,0 10-1 0,0-10 1 0,0 10-3 0,0 0 0 0,-10 0-1 0,0 0 0 0,-10 0 1 0,0 10 0 0,10 0-1 0,0-1 0 0,1 2 0 0,9-2 0 0,0 0 0 0,9 2-1 0,11-1 1 0,10-1-2 0,-10 2 1 0,0-1 0 0,0 0 0 0,-10 10 1 0,-1-10 0 0,-9-1 1 0,0 11-1 0,-9-11 1 0,-11 2 1 0,10-11 0 0,-10 10 0 0,10-10-1 0,0-10-1 0,10-1-1 0,0 2-1 0,10 0 0 0,10-11-2 0,0 10-1 0,0-10 1 0,-1 10 1 0,11 0 2 0,-10-10 1 0,0-1 0 0,0 12 0 0,-10 0 0 0,-10-2 1 0,10 2-1 0,-20-1 2 0,0 0 0 0,0 10 1 0,0 0-1 0,-10 0 1 0,20 0-3 0,-10 10 0 0,10-10 0 0,0 10 0 0,20 10-1 0,-10-11 1 0,10 0 0 0,0 12-1 0,-11-12 1 0,1 12 0 0,0-11 0 0,-10-1 1 0,0 12 1 0,0-21-1 0,-10 9 1 0,0 2 0 0,10-11 0 0,-9 0 0 0,-1 0-2 0,10-11 1 0,0 2-1 0,0-1-1 0,10 10 1 0,-1-11 0 0,1 11 0 0,10-9 0 0,0-1 0 0,0 10 0 0,1-10 0 0,-2-1 0 0,0 2 0 0,-9-1 0 0,10-1 0 0,-10 2 0 0,-1 9 0 0,-9-9 0 0,0 9 0 0,0 0 1 0,0 0 0 0,-19 0 3 0,10 0 3 0,-12 9 0 0,11 0-2 0,1 12-2 0,-1-12-1 0,1 2-1 0,9-1-1 0,9 0 1 0,1-1-2 0,19-9 0 0,-9 0-5 0,-1 0-5 0,12 0-4 0,-11-9 0 0,-1-1 5 0,1 0 7 0,0-1 1 0,-10 11 1 0,0-9 1 0,-10-1 0 0,10 10 1 0,-10-11 1 0,0 11 1 0,-10 0 5 0,10 0-3 0,-10 11 0 0,10-1-2 0,0-1-1 0,0 2-1 0,0-1 1 0,0 0 2 0,10-10 1 0,-10 9-1 0,0-9 1 0,0 0-1 0,0-19-4 0,0 9 1 0,0-10-1 0,0-1 0 0,0 3 0 0,0 7 0 0,10-8 0 0,-10 9 1 0,10-1-1 0,0 2 1 0,10 9-2 0,-10 0-2 0,-1 0-6 0,11 0-21 0,-10 0-2 0</inkml:trace>
  <inkml:trace contextRef="#ctx0" brushRef="#br0" timeOffset="19">10993 3036 8 0,'0'0'7'0,"-9"0"-3"0,9 0-2 0,0 0 1 0,0 10 2 0,0 20-2 0,0-12-2 0,0 12 1 0,0 10 0 0,0 1 0 0,9-12 1 0,-9 0-1 0,10 1-1 0,-10 1-1 0,10-2 0 0,-10-9 1 0,0-1 1 0,0-8 1 0,0-11 0 0,0 0-2 0,-10-11-1 0,10-8 1 0,-10-11-2 0,10 1 0 0,-9-1 0 0,9-10-2 0,9 1 0 0,1-2 0 0,10 12 2 0,-10-1 0 0,10 19 1 0,-10 2-1 0,0 0 2 0,1 9-1 0,-2 9 2 0,-9 11-1 0,-9-1 0 0,-2 2-1 0,1-11 0 0,-10 10 1 0,10-1-1 0,10-8-1 0,-10-2 1 0,10-9 0 0,0 0 0 0,10 0-2 0,10-9 0 0,0-2 2 0,-9 2 0 0,8-1 0 0,0 10 0 0,2-11 2 0,-12 11-1 0,10-9 0 0,-8 9 2 0,9 0 0 0,-10-10 0 0,0 10-3 0,-10-10 1 0,0-1-1 0,0 11 0 0,0-9 0 0,0-1-1 0,-10 10 1 0,0 0 0 0,0 0 0 0,-11 0 1 0,12 0 1 0,-10 10 1 0,8-1 1 0,1 2-1 0,10-1-1 0,0 0 0 0,0-1-1 0,0 2 1 0,10-11 0 0,1 10 0 0,8-10-2 0,1-10 1 0,-10 10-2 0,0-11 1 0,10 2-1 0,-10-11-4 0,9 9-2 0,-10 2 3 0,-9-1 2 0,0-1 1 0,0 2 1 0,0 9 0 0,0 0 3 0,-9 9 3 0,-1 12-1 0,10-12-1 0,0 2-3 0,0 9 0 0,0-11-1 0,10 2 0 0,10-11-1 0,0 10-6 0,0-10-6 0,0 0-6 0,0-10 4 0,-10-10 11 0,9 10 1 0,-19 0-14 0</inkml:trace>
  <inkml:trace contextRef="#ctx0" brushRef="#br0" timeOffset="20">11410 3046 9 0,'0'0'9'0,"0"0"-7"0,-10 0 2 0,10 0 5 0,-10 10 0 0,10 10-2 0,0-11-2 0,-10 0-2 0,10 12 2 0,0-12 0 0,0 2-3 0,0-1 0 0,0-10 2 0,0 0 1 0,0-10-3 0,0-10-2 0,0-1 0 0,10 3 0 0,-10-2-1 0,10 0-1 0,-10 9-2 0,20 2-6 0,-10-1-8 0,0 10-3 0,10-11 14 0,-20 11-12 0</inkml:trace>
  <inkml:trace contextRef="#ctx0" brushRef="#br0" timeOffset="21">11787 3046 10 0,'0'0'5'0,"0"0"-4"0,-9-10 1 0,-12-1 0 0,2 2 1 0,-11 9 9 0,10 0 3 0,0 9-3 0,0 22-2 0,0-11-4 0,11 9-2 0,-1-10-2 0,10 12 0 0,19-11-1 0,1-10-1 0,0 10 1 0,10-20-1 0,0 0-2 0,-11-11 0 0,12 2-2 0,-12-12-1 0,1 12 2 0,0-11 0 0,0-10 1 0,-1 10 1 0,0-9 1 0,-8 9 1 0,9-10 0 0,-20 10-1 0,10-11 1 0,-10 13 0 0,0-2 0 0,-10-1-1 0,0 12 1 0,0-1-1 0,-10 10 2 0,10 10 3 0,1 10 1 0,-1 10 0 0,0 9-1 0,0 1-1 0,0-10-1 0,10 0-1 0,0 9-1 0,20-9 0 0,-10-11 0 0,9 2-1 0,11-12-1 0,-10-9-2 0,10 0-11 0,-10-9-16 0,0-1-6 0,-1-10 12 0</inkml:trace>
  <inkml:trace contextRef="#ctx0" brushRef="#br0" timeOffset="22">12085 2926 13 0,'0'0'4'0,"0"-19"-3"0,0 8 2 0,-10 2 6 0,10-1 6 0,-10 10-4 0,10 19 0 0,-10 11-2 0,10 10-2 0,0 0-1 0,-10-10-2 0,10 10-2 0,0-11-3 0,0 1-1 0,0-10-8 0,0 0-18 0,0-10-5 0,0-10 12 0</inkml:trace>
  <inkml:trace contextRef="#ctx0" brushRef="#br0" timeOffset="23">12154 3065 17 0,'0'0'4'0,"0"0"-1"0,-10 0 8 0,10 0 8 0,-10 11-7 0,10-11-8 0,0 9-3 0,0 0 0 0,0 2-1 0,10 8 0 0,0-8-2 0,10-1 1 0,-10 9-1 0,0 2-1 0,0-12 1 0,0 11 1 0,-10-11 2 0,0 2-1 0,-10-11 1 0,-10 10 1 0,0-10-1 0,0 10-1 0,1-10-2 0,9 0-13 0,0 0-12 0,0-10 5 0</inkml:trace>
  <inkml:trace contextRef="#ctx0" brushRef="#br0" timeOffset="24">12025 2976 19 0,'0'0'1'0,"0"0"2"0,10 0 0 0,0 0 7 0,20-10-2 0,-10 10-5 0,0 0-4 0,9 0-7 0,-9 0-9 0,-20 0-4 0</inkml:trace>
  <inkml:trace contextRef="#ctx0" brushRef="#br0" timeOffset="25">6687 3016 13 0,'0'0'2'0,"0"0"1"0,-20 9-2 0,1 22 1 0,-11 7 3 0,0 23 1 0,0-2 1 0,11-10-2 0,9 21-2 0,10-20-2 0,10-1-1 0,19 1 1 0,-9-20-1 0,10-11-3 0,10 11-10 0,0-19-1 0,-21-1-5 0</inkml:trace>
  <inkml:trace contextRef="#ctx0" brushRef="#br0" timeOffset="26">6836 3155 15 0,'0'0'2'0,"0"0"0"0,-10-10-1 0,10 10 3 0,-10 10 5 0,10 20 1 0,0-1-5 0,0 11-3 0,0-1-1 0,10-8 0 0,0 7-3 0,0-8 1 0,10-9-3 0,-20-11-9 0,10-1 1 0,-10 2 8 0,0-11-12 0</inkml:trace>
  <inkml:trace contextRef="#ctx0" brushRef="#br0" timeOffset="27">6737 3094 18 0,'0'0'7'0,"0"0"-2"0,10 0 12 0,10-9-8 0,0 9-4 0,-1 0-4 0,11 0-3 0,0 0-20 0,0-9-16 0</inkml:trace>
  <inkml:trace contextRef="#ctx0" brushRef="#br0" timeOffset="28">6975 3423 12 0,'0'0'3'0,"0"0"-1"0,0-10-1 0,0 0 0 0,0-1 0 0,0-8 0 0,0 8 0 0,0-8-1 0,0 19 0 0,-10-10 0 0,0 20 1 0,0 0 1 0,-10 10 5 0,1-1-1 0,9 2 0 0,0-11-2 0,10 10-3 0,-10-10 0 0,20-2-1 0,10 3 0 0,9-11 0 0,-9 0 0 0,0-11-1 0,0 3 1 0,0-2 0 0,0-10-1 0,-10 10-1 0,-10 0 0 0,0-1 2 0,0 2 0 0,-10-1 0 0,0 10 1 0,0-11 0 0,0 11-1 0,10-9-1 0,0-1 0 0,0 0-1 0,10 10 0 0,0-9 1 0,10-1 1 0,-11 0 0 0,11-1 0 0,-10 2 2 0,0 9 3 0,0 9 0 0,0 12 1 0,-10-2-2 0,10 10 0 0,-10 1-1 0,0 10-2 0,10 0 1 0,-10 0-2 0,10 0 0 0,-10-10 0 0,10-1 0 0,-10 1 1 0,10-11 0 0,-10-8 0 0,0-11 2 0,0 0-1 0,0-11-2 0,0 2 1 0,-10-21 0 0,10-1-1 0,0-7-1 0,-10 8 1 0,10-1-1 0,0-17-1 0,10 18 1 0,0 0-1 0,0 9 1 0,9 12 1 0,1-1-1 0,-10 10 0 0,10 10 0 0,-10 10 2 0,11-1-2 0,-21 2 2 0,9 9 0 0,-9-20 1 0,-9 9 4 0,-2-9-1 0,1-1-2 0,-10-9-1 0,10-9-4 0,0-1-7 0,10-1-18 0,-10 3-6 0,10-2 14 0</inkml:trace>
  <inkml:trace contextRef="#ctx0" brushRef="#br0" timeOffset="29">7431 3223 14 0,'0'0'2'0,"0"-9"1"0,-9-11-1 0,9 11 3 0,-10-1 4 0,10 10-4 0,0 0-2 0,0 19-1 0,0 1-1 0,0 20 0 0,0-10-1 0,0 10 0 0,0-11 0 0,0 1 1 0,10 0-1 0,-10-11 0 0,9 2-1 0,1-13 1 0,-10 3-3 0,10-11-1 0,-10 0 0 0,0-19 1 0,10 9 1 0,-10-10 1 0,10 10 1 0,-10 0 0 0,10-1 0 0,-10 11 0 0,10 0 1 0,-10 0-1 0,10 0 1 0,0 0 0 0,10 0 0 0,-10 0 1 0,9 0 0 0,-9 0 0 0,0-9 1 0,10-1-2 0,-10-1 0 0,0 2 0 0,0-1 1 0,0-9-1 0,0-1 0 0,-10 9 2 0,0 2 0 0,-10 9-1 0,-10-10-1 0,0 10 1 0,10 19 1 0,-10 2 2 0,1-2-1 0,-1 10 1 0,10-8-3 0,0-1 0 0,0 0-2 0,10 0 0 0,20-2 0 0,0-7 1 0,-1-1-1 0,1-10-1 0,10-10 1 0,-10-9-1 0,0-2 1 0,0 2-2 0,-10-2-1 0,-10 2 1 0,9-11-1 0,-9 20-2 0,-9-9-5 0,9 9-9 0,0 10 1 0,-10-11-1 0</inkml:trace>
  <inkml:trace contextRef="#ctx0" brushRef="#br0" timeOffset="30">18723 2995 9 0,'0'0'7'0,"-10"-9"-5"0,0-1-1 0,10 10 1 0,-10 0 1 0,-10 0 3 0,10 10 0 0,0 20-1 0,-10 0-1 0,10 18-1 0,0-7-2 0,10-1-1 0,10 8 0 0,-10-8 0 0,20 1 0 0,0-12-5 0,0 0-6 0,0-18 1 0,0 8 6 0,-9-19-15 0</inkml:trace>
  <inkml:trace contextRef="#ctx0" brushRef="#br0" timeOffset="31">18880 3135 10 0,'0'0'6'0,"-9"0"-3"0,-1 0-2 0,1 0 1 0,-1 20 0 0,10 0-1 0,-10 10-1 0,10-12 0 0,0 3 0 0,0-2 0 0,10-8 0 0,0 8-1 0,-1-19 0 0,-9 0 0 0,10 0 0 0,-1-9-1 0,-9-12 2 0,-9 2-1 0,9-11 1 0,-10 10 1 0,-9 1-1 0,-2-1 0 0,-7 10 1 0,7-11 0 0,1 12 0 0,2-1 1 0,-3-1 6 0,11 2-1 0,10 9-2 0,0 0 1 0,20-9-1 0,-9 9-2 0,27-11-1 0,-8 11-1 0,10 0-1 0,-11-9-1 0,1 9-10 0,-10 0-13 0,0 0-1 0</inkml:trace>
  <inkml:trace contextRef="#ctx0" brushRef="#br0" timeOffset="32">18951 3324 18 0,'0'0'1'0,"0"0"0"0,10 0 0 0,0 0 0 0,0 0 3 0,-1 0 1 0,11-10-3 0,0 0-1 0,0-1 0 0,-10-8-1 0,10 8 1 0,-10-8-1 0,-10 9 1 0,0-1-1 0,0 11 0 0,0 0 0 0,-20 0 0 0,10 11 0 0,-10-1 0 0,10 9 1 0,-10 2 1 0,10-1-1 0,0-10-1 0,10 0 0 0,0-1 1 0,10 1-2 0,10-10 1 0,0 0 0 0,-10 0-1 0,0-10-2 0,10 1-2 0,-20-1-1 0,10-11 3 0,-10 12 3 0,0-1 0 0,0-10 0 0,-10 10 1 0,10 0 0 0,0 10-1 0,-10-11 0 0,10 11 0 0,10 0 0 0,10 0 0 0,-1 0-1 0,1 0 1 0,0 0 0 0,0-9 0 0,0 9 0 0,-10 0 2 0,0 20 3 0,-10 0 1 0,10 10-2 0,-10 0-1 0,0-1 0 0,0 1-2 0,10 0 0 0,-10-1-1 0,9 0 0 0,-9 1 1 0,0-9-1 0,0-21 2 0,0 10 0 0,-9-10-2 0,9-10 0 0,-10 0 0 0,10-10 0 0,0-1 0 0,-10-8 0 0,10 0-2 0,0 9 2 0,10-10 0 0,9 10 0 0,1 1-2 0,0 9 1 0,0-1-4 0,0 2 2 0,-10 9 0 0,0 0 0 0,0 20 1 0,-10-10 2 0,0 0 1 0,-10-1 0 0,-10 1 2 0,0 0 3 0,10-1-3 0,0-9-1 0,0 0-2 0,0 0-1 0,10 0-10 0,10-9-4 0,0-1-7 0</inkml:trace>
  <inkml:trace contextRef="#ctx0" brushRef="#br0" timeOffset="33">19625 3094 10 0,'0'0'7'0,"-9"0"-5"0,9 11 0 0,-10-11 6 0,0 30 6 0,10-10-3 0,-10 0-4 0,10-1-3 0,10 21-2 0,-10-11-1 0,10 1 0 0,0-9-1 0,-10-11 0 0,0 9-2 0,9-19-10 0,-9 0-10 0,10 0 10 0,-10-10 10 0,0 1 0 0,0-11 1 0,0 0 0 0,0 10 2 0,0-1-1 0,0 2 2 0,0 9-1 0,0 0 0 0,0 0 0 0,20 0-1 0,-10 0 1 0,10 0 0 0,-10 0 1 0,10 0 6 0,0-10-1 0,9 0-1 0,-19-1-2 0,10-7-2 0,0 7-1 0,0 2 0 0,-10-12-1 0,-10 21 0 0,0-9 0 0,0-1 0 0,-10 10-1 0,-10 0 1 0,-10 0 1 0,20 10-1 0,-19 10 2 0,9-1 2 0,10 1-1 0,-10 10-1 0,20-20-1 0,0 20-1 0,20-21 0 0,0 12 1 0,9-11-2 0,1-10 0 0,0 0 0 0,-10 0 1 0,19-20-1 0,-19 0-1 0,-10-1 1 0,0-8 0 0,-10 9-1 0,-10 0-1 0,-10 1-2 0,1 8-2 0,-11 2-6 0,20 9 3 0,0 0-9 0</inkml:trace>
  <inkml:trace contextRef="#ctx0" brushRef="#br1" timeOffset="34">25043 14535 255 0</inkml:trace>
  <inkml:trace contextRef="#ctx0" brushRef="#br1" timeOffset="35">19844 2966 10 0,'0'0'3'0,"0"0"-2"0,0 0-1 0,0-11 1 0,0 3 0 0,10-2 0 0,-10 10 0 0,10 0 2 0,0 0 1 0,-10 10 1 0,9 19 0 0,1 11-3 0,10 29 0 0,0 1-1 0,-10-2-1 0,0-7 0 0,0-12 0 0,-10 1-1 0,0-10 1 0,-10-20 1 0,-10 19-2 0,0-30-2 0,0 12-6 0,10-11 0 0,-9-1 5 0,19-9-5 0</inkml:trace>
  <inkml:trace contextRef="#ctx0" brushRef="#br1" timeOffset="36">19923 2937 4 0,'0'0'7'0,"-10"0"-4"0,10 0-2 0,0 0 0 0,0 0 0 0,0 0 0 0,0 0 4 0,0 10-2 0,0 9 0 0,10 1 0 0,0 10-2 0,20 10 0 0,-20-11-1 0,0 10 1 0,11 1 0 0,-13 19 0 0,2 2 0 0,-10-21-1 0,0 19 1 0,0-10 0 0,0-20 0 0,-10 12 0 0,10-12 0 0,0-18 1 0,-8 8 0 0,8-19-2 0,-11 11-4 0,11-11-14 0,-10-11 8 0,10 2-5 0</inkml:trace>
  <inkml:trace contextRef="#ctx0" brushRef="#br1" timeOffset="37">14694 13831 255 0</inkml:trace>
  <inkml:trace contextRef="#ctx0" brushRef="#br1" timeOffset="38">7937 3373 6 0,'0'0'7'0,"10"-11"-3"0,0 11-3 0,1-19 0 0,-11 9 0 0,9 1 0 0,-9-11 1 0,0 9 1 0,0 2 2 0,0-1-2 0,-9-1 1 0,-2 11 0 0,1-9 0 0,-9 9 0 0,0 9 1 0,-12 12-1 0,11-12 0 0,10 12-1 0,-10-2-1 0,10 1-2 0,10-11 0 0,10 12 1 0,0-12-2 0,0 2 2 0,10-11-1 0,0 10 0 0,-10-10-1 0,10 0 1 0,-10-10 0 0,-1-10 0 0,1 10-1 0,-10-1 0 0,0-8 0 0,0 0 2 0,0 9-1 0,0 0 0 0,0-10 1 0,-10 10 0 0,10-1-1 0,0 2 0 0,0 9 0 0,0 0 0 0,10 0 0 0,-10 0 0 0,10 0 0 0,1 0-1 0,-2 9 2 0,1 2-1 0,-1-1 0 0,2-1 2 0,-11 12 0 0,0-11 0 0,10-1 0 0,-10 1 0 0,10 0 0 0,-10-10-2 0,10 0 1 0,-10 9-1 0,10-9-2 0,0-9-3 0,-1-1-1 0,1 0 2 0,0 1 1 0,-10-1 2 0,10 0 1 0,-10-1 0 0,0 2 2 0,0 18 5 0,0-9-3 0,0 11 0 0,0-1-3 0,10 0 1 0,-10-10-2 0,10 9 0 0,0-9 1 0,0 0-3 0,10 0-11 0,0 0-19 0,-10-9 14 0,-10 9 2 0</inkml:trace>
  <inkml:trace contextRef="#ctx0" brushRef="#br1" timeOffset="39">8344 3076 12 0,'-10'0'7'0,"10"0"-5"0,0 0 7 0,-10 9 7 0,1 0-4 0,-1 2-6 0,10-1-5 0,-10-1 0 0,20-9-1 0,0 11 0 0,9-1 0 0,1 0-1 0,-10 10 0 0,10-10-1 0,0 10 1 0,-10 9-1 0,0-9 2 0,0 0 0 0,-10-1 1 0,0 2 1 0,-10-2 1 0,-10-9-1 0,10 0-2 0,0-10-1 0,0-10-4 0,0-9-16 0,0-1 1 0,10 0 0 0</inkml:trace>
  <inkml:trace contextRef="#ctx0" brushRef="#br1" timeOffset="40">8334 3076 20 0,'-10'0'5'0,"10"0"0"0,0 0 0 0,10 0 7 0,10-11-3 0,10 2-2 0,0-1-2 0,0 0-4 0,-1-1-6 0,1 11-26 0,-20 0 2 0</inkml:trace>
  <inkml:trace contextRef="#ctx0" brushRef="#br1" timeOffset="41">8544 2867 17 0,'0'0'2'0,"9"0"2"0,1 0 2 0,-1 10 9 0,11 9-2 0,0 22-3 0,-1 8-4 0,2-10-1 0,-1 21-3 0,-10 10 0 0,-10-20-1 0,0 8-1 0,-10 12 1 0,-20-20 0 0,10-1 0 0,1-9-2 0,-2-21-4 0,11 2-21 0,1-11-8 0,9-1 14 0</inkml:trace>
  <inkml:trace contextRef="#ctx0" brushRef="#br1" timeOffset="42">20102 10347 2 0,'0'0'2'0,"0"0"1"0,0 0-3 0,0 0 0 0,0 0 2 0,-11 0 1 0,11 0 0 0,0 0 0 0,0-9 0 0,0 9 0 0,0-10 3 0,0 10-1 0,-9 0-2 0,9 0 0 0,0 10-1 0,-10-1 1 0,10 21-2 0,-9-9 0 0,9 9 0 0,0 9-1 0,0-19 0 0,0 9 1 0,9-8 0 0,-9-12 1 0,10 2 1 0,-1-1 2 0,22-10 0 0,-3 8-1 0,33-8-2 0,8 0 2 0,1 0-1 0,19-8-2 0,-10 8 0 0,11 0 0 0,19 0 0 0,0-10 0 0,10-10-1 0,20 10 0 0,-30-1 0 0,20 2 0 0,-40 9 2 0,-19 0-1 0,-11 0 0 0,11 0-1 0,-21 0 0 0,-9 9 0 0,0-9 0 0,-10 0 0 0,-1-9 0 0,1 9 1 0,-20-10-2 0,10 10 1 0,-10-10 0 0,0 10 1 0,0 0-1 0,-10-11 0 0,0 11 0 0,0 0 0 0,0 0-1 0,10 0 1 0,1 0-1 0,-3 0 0 0,2 0 0 0,10 0-1 0,1 0 1 0,-2 0 1 0,-10 0 1 0,12 0-1 0,8 0 0 0,-9 0 0 0,0-9 0 0,0-1 0 0,0-1 0 0,10-7 0 0,-21 7 0 0,11 2 0 0,-10-11 1 0,0 0-1 0,-10-1 0 0,0 2 0 0,0-10 0 0,0-1 1 0,-10 9 0 0,0-8 0 0,0 18-1 0,10-7 0 0,-10 18 0 0,1-11-3 0,9 11-8 0,0 0-20 0,0 11 6 0,0-2 15 0</inkml:trace>
  <inkml:trace contextRef="#ctx0" brushRef="#br1" timeOffset="43">20389 11033 10 0,'0'0'3'0,"0"-10"-2"0,0-1 0 0,0 2 1 0,0-1-1 0,-9-1 1 0,-11 11 0 0,0 0 1 0,0 11 0 0,-10 8 1 0,0 12 2 0,1-1 1 0,9-1 0 0,0 1-3 0,10 0 0 0,10 0-1 0,10-12 0 0,20-7 1 0,0-1-1 0,9 0-2 0,11-10-1 0,-1-10-1 0,-9 0-6 0,0-1-13 0,-10-7-6 0,-20 18 15 0</inkml:trace>
  <inkml:trace contextRef="#ctx0" brushRef="#br1" timeOffset="44">20548 11122 8 0,'0'0'4'0,"10"0"-2"0,-10 0 0 0,20 0 0 0,-10-11 3 0,10 2 1 0,11-12-1 0,-13 3-1 0,2-12-2 0,1 9-2 0,-2-9 1 0,-10 11-1 0,2-10-1 0,-11 8 1 0,0-9-1 0,0 11 1 0,-11-2 0 0,2 3 1 0,-1 7-2 0,-20 11 2 0,20 20 1 0,-18 0 4 0,7 20 1 0,1 10 0 0,10-12-2 0,10 13-2 0,0-11-1 0,10-11-1 0,10 1 1 0,9 0-1 0,-9-11-1 0,11 2 1 0,-12-21-1 0,11 8-1 0,-11-16-3 0,11 8-3 0,-10-10 2 0,-10-1 2 0,0 11 1 0,0-9 1 0,0 9 1 0,0 0 1 0,-10 0 0 0,10 9 0 0,-10 2 1 0,10-11 0 0,-1 10 0 0,11-10 0 0,0 0-1 0,0 0 0 0,0-10-1 0,10-10 0 0,-11 10 1 0,1-1-1 0,0 2 0 0,-10-11 0 0,0 9 0 0,-10 2 0 0,-10-1 0 0,-10-1-1 0,0 3 1 0,-9 8 0 0,-1 0 0 0,0 8 2 0,0 3 0 0,10-1 2 0,1 10 0 0,-1-10-1 0,20 0-1 0,-10 10 0 0,10-20 0 0,20 10 0 0,0-1-1 0,9-9 0 0,1 0-1 0,0 0 0 0,0-9 0 0,-1-1-1 0,1 10 0 0,-10-11-1 0,0 2 0 0,-10-1 1 0,-10 10 0 0,0 0 1 0,0 0 2 0,0 10-1 0,0-10 0 0,0 9-1 0,0 2 0 0,10-11 0 0,0 0 0 0,9 0-2 0,1 0-7 0,0-11-8 0,0 11-6 0,0-9 5 0,10-1 14 0,-19-11 2 0,7 12 0 0,2-1 0 0,-10-9 2 0,1 9 2 0,-11-1 1 0,0 2-1 0,-11-1 4 0,-9 10 8 0,10-10 1 0,-8 10-4 0,7 0-5 0,1 0-4 0,10 10 1 0,-10 0-2 0,20 10 0 0,11-2 0 0,-13 12-1 0,12-9 1 0,0-2-1 0,-9-8 0 0,8 19 0 0,-19-20-1 0,0-2 0 0,0 3-2 0,0-11-1 0,0 0 1 0,0-19-1 0,0-2 2 0,0 2 0 0,0-1-2 0,9 0 1 0,12 0 0 0,-2 10 2 0,0-9 1 0,2 9 0 0,-1-1 0 0,0 2 1 0,0-1-1 0,-10 0 1 0,-10-1 1 0,0 11 0 0,-10-9 2 0,0 9-1 0,0 0 1 0,-10 0-1 0,10 9-1 0,0 2-2 0,10-1 0 0,0 0 0 0,0-1 0 0,20 20 0 0,-10-8 0 0,10-1 0 0,-10 0 1 0,10 0-1 0,-11 10 0 0,1-12 0 0,-10-7 2 0,0-1-1 0,0 0 0 0,0-10 0 0,-10-10-2 0,1-19 1 0,-1 8 0 0,10 12 0 0,0-21 0 0,0 10-1 0,10 0-1 0,-1 10 1 0,11-1 0 0,0 3 1 0,0-2 0 0,0-1 0 0,0 2 0 0,0-1 0 0,-1 10 0 0,-9-10 0 0,0 10 1 0,-10 0 1 0,-10 0 0 0,0 10 2 0,0-10 2 0,-9 19 4 0,-1-8-3 0,10 7-3 0,-10-7-2 0,20-1 0 0,0 10-2 0,0-10 1 0,30 0 0 0,0-1-2 0,9-9-8 0,-9 0-13 0,0 0-16 0,0 0 13 0,-21 0 10 0</inkml:trace>
  <inkml:trace contextRef="#ctx0" brushRef="#br1" timeOffset="45">21828 10993 7 0,'0'0'3'0,"0"0"-2"0,0 0 0 0,-10 0 0 0,10 10 1 0,0-1 0 0,0 12 1 0,10-2 0 0,0 10 0 0,0-8 0 0,0-1 0 0,-10-10 1 0,0 0 0 0,10-1 1 0,-10-9 0 0,0 0-4 0,0 0-1 0,0-29 0 0,-10-1 0 0,10 1 0 0,-10-1 0 0,10 0 0 0,0 0 0 0,10 10 0 0,0 1-2 0,10 9 2 0,1 10 0 0,-3-11-4 0,12 11-16 0,-10 11 5 0,-20-11 5 0</inkml:trace>
  <inkml:trace contextRef="#ctx0" brushRef="#br1" timeOffset="46">22275 10775 5 0,'10'-10'4'0,"-10"-11"-3"0,0 12 1 0,0-1 0 0,0 10 0 0,-10 0 5 0,10 30 4 0,-10 29-1 0,-10 10-2 0,10-8 1 0,10-12-2 0,-10 21-3 0,10-11 0 0,0-19-3 0,0 0 0 0,0-11-2 0,0-10-11 0,0 2-23 0,0-12 5 0</inkml:trace>
  <inkml:trace contextRef="#ctx0" brushRef="#br1" timeOffset="47">22404 10934 5 0,'0'0'2'0,"10"-10"0"0,-10-1-1 0,0 11 0 0,9-9 1 0,-9-1 4 0,0-1 3 0,0 11-2 0,0 21 3 0,-9 9-6 0,9-1-1 0,0 1-1 0,0 0 0 0,0-1 0 0,9 0-1 0,-9-18 1 0,0 8 1 0,0-19 0 0,0 0-2 0,0-9-1 0,0-12-1 0,0-8-1 0,0 10-1 0,0-11-1 0,0 9 0 0,-9-17 0 0,9 7 4 0,0 1 0 0,0 1 0 0,-10 9 1 0,10 11 0 0,0-2 0 0,0 22 2 0,10 7-2 0,-1 3 1 0,11-2-2 0,0 2 2 0,0 9-1 0,10-11 0 0,-10 1-2 0,9 0-5 0,-9-10-15 0,-10 10 0 0,10-20 15 0,-20 0-2 0</inkml:trace>
  <inkml:trace contextRef="#ctx0" brushRef="#br1" timeOffset="48">22612 10784 9 0,'0'0'0'0,"0"0"2"0,-9 0 1 0,9 11 5 0,-11 19 3 0,11 9 0 0,-10 1 0 0,10-10 0 0,0 9-5 0,10-9-4 0,-10 10-1 0,11-10 0 0,-11-1-1 0,0-9-7 0,0-10-11 0,0 0-8 0,0-10 13 0,0 0 1 0</inkml:trace>
  <inkml:trace contextRef="#ctx0" brushRef="#br1" timeOffset="49">22721 10784 10 0,'0'0'1'0,"0"0"0"0,-10 0 4 0,10 21 6 0,0 8 2 0,-10 1-2 0,10 10-1 0,-11-10-3 0,11-1-4 0,0 1-1 0,0-11-2 0,0 2 1 0,0-2-1 0,0 2 0 0,11-13 0 0,-1 13-2 0,20-12 0 0,-10 2-1 0,-10-1 1 0,0 0 0 0,0-1 2 0,-10 2 0 0,0-11 0 0,-10 0 2 0,-10 0 0 0,-10 0 2 0,10 0 1 0,-1 0-2 0,2-11-2 0,0 2 0 0,9 9-1 0,-1-10 0 0,11 0-5 0,11-1-11 0,-1 2-17 0,0 9 15 0,-1 0 8 0</inkml:trace>
  <inkml:trace contextRef="#ctx0" brushRef="#br1" timeOffset="50">22840 11033 6 0,'0'0'3'0,"0"-10"-2"0,-10 10 0 0,10-11 0 0,0 11-1 0,-10-9 1 0,10 9-1 0,0 0 0 0</inkml:trace>
  <inkml:trace contextRef="#ctx0" brushRef="#br1" timeOffset="51">22791 11012 7 0,'0'0'2'0,"0"-9"-1"0,0 9 0 0,0-10 0 0,0 10 1 0,0 10 12 0,0-1-11 0,0 12 1 0,0 9-1 0,0-12 0 0,9 3 0 0,-9-12 1 0,10 2-1 0,-10-1 1 0,0-20-3 0,0-10 0 0,0-9-2 0,-10 8 2 0,10-8-2 0,0 9 1 0,0-10-2 0,0 10 2 0,0 1-1 0,10-2 0 0,0 12-1 0,10-1-6 0,-10 10-11 0,0 0 7 0,0 0 1 0</inkml:trace>
  <inkml:trace contextRef="#ctx0" brushRef="#br1" timeOffset="52">22939 11081 9 0,'0'0'2'0,"0"0"-1"0,0 11 3 0,0-11 6 0,0 0 3 0,10 0-3 0,0 0-3 0,10 0-3 0,-10-11-1 0,0 3-2 0,0 8-1 0,0-21-1 0,0 12 0 0,-10-1-1 0,0-11-4 0,-10 12 2 0,0-1 1 0,0-1 1 0,0 2 1 0,0 9 2 0,-10 0 2 0,10 9 4 0,0 2 1 0,0 8-2 0,1 2 0 0,9 9-2 0,0-20 0 0,19 9-1 0,1-9-2 0,10-1-1 0,0-9-10 0,9-9-22 0,-9 9-2 0,-10-10 23 0</inkml:trace>
  <inkml:trace contextRef="#ctx0" brushRef="#br1" timeOffset="53">23495 10755 6 0,'0'0'3'0,"0"0"-3"0,0 0 1 0,-10-11 0 0,10 11 2 0,-10-9 0 0,0 9 2 0,10 0 2 0,-20 9 1 0,10 12 1 0,1 19-1 0,-11-11-2 0,10 20-3 0,0-8 1 0,0-12-3 0,10 0 0 0,10-8 0 0,0 9-1 0,20-20 2 0,-11-1-3 0,21 2-1 0,-20-11-4 0,20-11-1 0,-21 2 0 0,11-11 2 0,0 0 3 0,-10-1 2 0,-20 2-1 0,10 0 1 0,0 9 1 0,-10 0 2 0,0-1 1 0,10 2 0 0,-10 9 0 0,0-10 0 0,0-1-1 0,10 2-1 0,-1-1 0 0,1 0-1 0,0-10 0 0,-10 11-1 0,10-11 1 0,0-1-1 0,0 2 0 0,-10 9 0 0,10-10 1 0,-10-1-1 0,0 3 0 0,-10 7 0 0,-10 2 0 0,10 9 1 0,-10 0 4 0,11 20 3 0,-11-2-3 0,10 23 3 0,0-1-5 0,0 8 0 0,10-8 0 0,10 1-1 0,10-2 0 0,9-9-1 0,1 0-1 0,0-20 1 0,-10 0-1 0,10-1-4 0,-1-18-7 0,1-1-8 0,-10 0-5 0,-1-20-4 0,2 10 10 0,-2-19 15 0,-9 29-4 0</inkml:trace>
  <inkml:trace contextRef="#ctx0" brushRef="#br1" timeOffset="54">23991 10586 10 0,'0'0'1'0,"0"-11"3"0,-10-7 7 0,0 7 3 0,10 11-2 0,-11 11-2 0,11 18-6 0,-9 21 1 0,-1-1 2 0,10 10-2 0,10 2-3 0,-1-12-2 0,2 1 0 0,-1-10-8 0,-10-21-16 0,0 0-12 0,0 2 19 0</inkml:trace>
  <inkml:trace contextRef="#ctx0" brushRef="#br1" timeOffset="55">23842 10825 11 0,'0'0'12'0,"0"0"3"0,-10-11-8 0,10 11 2 0,10-9-3 0,30 9-3 0,0 0-1 0,9 0-2 0,1 0-2 0,-1 0-3 0,-9 0-6 0,-10 9-3 0,-10-9 5 0,0 11 7 0,-1-11 2 0,-9 9 3 0,-10-9 3 0,-10 9 5 0,-9 2 1 0,-21 9-2 0,20-11-4 0,-10 2-1 0,10-1-1 0,20-1-2 0,-9 2-1 0,18-1 0 0,11 0 0 0,0-1-1 0,0 11 0 0,-10-11 0 0,10 2 0 0,-10 8 0 0,0-8 0 0,0-1 1 0,-10 0 0 0,0-1-1 0,0 2 0 0,-20-11 0 0,10 0-6 0,0 0-15 0,10 0-13 0,-10 0 18 0,10 0 7 0</inkml:trace>
  <inkml:trace contextRef="#ctx0" brushRef="#br1" timeOffset="56">24388 11033 23 0,'0'0'37'0,"0"0"-7"0,0-10-6 0,10 10-5 0,0-11-9 0,-10 11-2 0,0 0-5 0,0 0-2 0,0-9-7 0,0 9-29 0,10 0-42 0,-10 0 40 0</inkml:trace>
  <inkml:trace contextRef="#ctx0" brushRef="#br1" timeOffset="57">2520 11311 7 0,'0'0'3'0,"0"-20"-1"0,0 0 0 0,0-1-1 0,0 2 1 0,-10 9 2 0,10-1 3 0,-20 3-1 0,10 16-1 0,-19 13-1 0,9 19 0 0,-10 9 0 0,-10 10 0 0,11 11 0 0,9-10-2 0,10-10-2 0,10-11 1 0,10 10 0 0,10-28-1 0,-1-2 0 0,11 2 0 0,0-13-2 0,0 3-4 0,0-11-6 0,-1 0-4 0,1-11 5 0,0-7 10 0,0 7 0 0,-11 2 1 0,-9-1 0 0,10 0 0 0,0 10 0 0,-10 0 1 0,-10 0 0 0,10 0-1 0,0 10 1 0,0-10 1 0,0 10 0 0,10-10 1 0,-1-10-1 0,-9 0 0 0,10-10-1 0,0-1 0 0,0 12-1 0,-9-20 1 0,-2 19-1 0,1-11 0 0,-10 2 1 0,-19 8-1 0,-2 2 0 0,1-1 0 0,-10 0 2 0,10 20 1 0,-9 0 1 0,-1 10 3 0,10-10-2 0,0 10-1 0,10 0-2 0,10-1-2 0,0-9 1 0,10-1 1 0,0 2-1 0,20-1 1 0,-10-1-3 0,0-9 2 0,-1 0-1 0,11-9 0 0,-10-1-2 0,10-10-2 0,-19 10 0 0,8-9 0 0,-10-1 2 0,11 9 1 0,-9 2 1 0,-11 9 1 0,9 0 1 0,-9 9 1 0,0 2 0 0,10-1 1 0,-10 0-2 0,9 9 1 0,-9-19-2 0,11 10 1 0,-1-1 0 0,0 2-1 0,-10-11 0 0,10 0 0 0,10 0 0 0,-11-11-1 0,1 2 0 0,10-11-1 0,-10 1-1 0,10-2 0 0,0-9 0 0,-10 21 2 0,10-11 0 0,-20 20 0 0,10 0 0 0,-1 10 4 0,-9 0 0 0,0 10 0 0,0-10-1 0,0 10-1 0,10-10 0 0,0 9-1 0,-10-19 0 0,20 10-1 0,0-10 0 0,-10 0-4 0,10 0-4 0,0-10-2 0,-1 1 0 0,1 9 2 0,-10-20 2 0,0 9 5 0,0 2 1 0,-10-12 2 0,0 12 1 0,-10-1 2 0,0-11 2 0,-10 12 1 0,10 0-1 0,1 9-2 0,-1 0-3 0,0 0-1 0,10 9-1 0,10 11 0 0,9 0 0 0,11 0-1 0,0-1 1 0,0 2 0 0,0 8 0 0,-11-10 0 0,-9-8 0 0,0-1 1 0,-10-1 0 0,-20 2 0 0,1-11 0 0,-1-11-1 0,10 11 0 0,-10-9 0 0,0-12 0 0,10 12-4 0,10-1-4 0,10 0-6 0,-10 1-8 0,10-1 3 0,0-11 15 0,0 21-4 0</inkml:trace>
  <inkml:trace contextRef="#ctx0" brushRef="#br1" timeOffset="58">3483 11151 5 0,'0'-19'7'0,"0"-11"-5"0,-10 1 0 0,1-1 0 0,-2 10 5 0,11 9 0 0,-10 11 1 0,10 31 1 0,0 18 0 0,0 61 1 0,21-21-3 0,-12-20-2 0,20 1-3 0,-8-1-2 0,-12-29-2 0,1-10-8 0,-1-11-15 0,-9-9-2 0,0 0 9 0</inkml:trace>
  <inkml:trace contextRef="#ctx0" brushRef="#br1" timeOffset="59">3423 11340 14 0,'0'0'6'0,"0"0"-1"0,10 9 8 0,21-9-10 0,-3 11-3 0,3-11-7 0,8 0-10 0,-29 10 0 0</inkml:trace>
  <inkml:trace contextRef="#ctx0" brushRef="#br1" timeOffset="60">3691 11638 13 0,'0'0'2'0,"0"0"0"0,10 0 16 0,10 0-3 0,0-10-5 0,-1 10-2 0,1-11-3 0,0 2-2 0,10-11 0 0,-20 11-2 0,0-1-1 0,0 0-2 0,-10-1-3 0,0 2-5 0,-10-1-2 0,0 10 2 0,-10-11 6 0,0 11 2 0,0 0 3 0,0 0 1 0,-9 11 5 0,19-1 1 0,-10-1 1 0,10 2-4 0,0 9-1 0,10-11-1 0,10 1 0 0,10-10-1 0,0 0-1 0,-1 0 0 0,11 0 0 0,-10-10-1 0,0-9 0 0,0 9 0 0,0-1 0 0,-1-8 0 0,-9 8 0 0,-10 11 0 0,10-9 0 0,-20 18 3 0,10 2 3 0,0 8-1 0,0 2-1 0,0-2-1 0,0-9-1 0,10 9 1 0,0-19-3 0,10 11 1 0,10-22-5 0,-10-8-13 0,0 0-9 0,-1-12-6 0,11 1 17 0,-20 1 0 0</inkml:trace>
  <inkml:trace contextRef="#ctx0" brushRef="#br1" timeOffset="61">4038 11111 11 0,'0'0'3'0,"0"-30"-1"0,-10 12 7 0,0-2 6 0,0 29-3 0,1 12-1 0,9 17-2 0,0 43 1 0,19-2-1 0,1-10-5 0,0-9-3 0,0-20-1 0,1 19-5 0,-12-29-17 0,1 0-21 0,-10-20 31 0,0-10-2 0</inkml:trace>
  <inkml:trace contextRef="#ctx0" brushRef="#br1" timeOffset="62">3909 11340 20 0,'0'0'11'0,"0"0"1"0,20 9 7 0,10-9-12 0,29 11-3 0,1-11-4 0,9 0-17 0,-19 0-39 0</inkml:trace>
  <inkml:trace contextRef="#ctx0" brushRef="#br1" timeOffset="63">4475 11320 14 0,'-10'0'11'0,"-20"-9"-1"0,10-1-3 0,10 0 3 0,0-1-5 0,10 2-4 0,30-12 0 0,0 2-2 0,20-2-1 0,-11 3 1 0,1 18-1 0,-10 0 2 0,-1 10-1 0,-19 9 1 0,0 10 0 0,-10 1 3 0,-10 1 2 0,-9-2-1 0,9-9-1 0,0 10-1 0,-10-10-3 0,10 0-10 0,10-1-21 0,0-8 7 0</inkml:trace>
  <inkml:trace contextRef="#ctx0" brushRef="#br1" timeOffset="64">4663 11658 45 0,'0'0'35'0,"0"0"-19"0,-10 0 10 0,10 0-10 0,-10 0-6 0,10 0-5 0,0-11-4 0,0 11-2 0,0 0-152 0</inkml:trace>
  <inkml:trace contextRef="#ctx0" brushRef="#br1" timeOffset="65">2272 11866 3 0,'-10'0'6'0,"-10"0"-4"0,0 0-1 0,11 0 0 0,9 0 1 0,-10 0-1 0,20 0 4 0,19 0 1 0,21 0 0 0,39 10 0 0,20-10-1 0,1 0 2 0,28 0-1 0,1-10-1 0,40-11 1 0,0 13-1 0,-11-13 0 0,1 12-1 0,-30 9-1 0,-10 0-2 0,-20 9-1 0,-30-9-2 0,1 11-4 0,-30-1-10 0,-22-2-10 0,-7 3 9 0,-21-1-2 0</inkml:trace>
  <inkml:trace contextRef="#ctx0" brushRef="#br1" timeOffset="66">2600 12095 12 0,'0'0'1'0,"0"-11"3"0,0 11-2 0,0-9-1 0,19 9 3 0,1 0 1 0,20-10 3 0,19 10 1 0,21-11-3 0,-1 11-1 0,10 0-3 0,21 0 1 0,-1 0-1 0,10-9-1 0,-10-1 0 0,-10 0 0 0,0 10 0 0,1-11-1 0,-31 11-2 0,-19 0-8 0,-11 0-10 0,1 11 4 0,-30-1-4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8-03T14:15:53.842"/>
    </inkml:context>
    <inkml:brush xml:id="br0">
      <inkml:brushProperty name="width" value="0.05292" units="cm"/>
      <inkml:brushProperty name="height" value="0.05292" units="cm"/>
      <inkml:brushProperty name="color" value="#FF8000"/>
      <inkml:brushProperty name="antiAliased" value="0"/>
    </inkml:brush>
  </inkml:definitions>
  <inkml:trace contextRef="#ctx0" brushRef="#br0">15677 3740 9 0,'-10'0'8'0,"0"0"-6"0,-10 10 0 0,1-10-1 0,8 0 0 0,-8 0 2 0,8 0-1 0,11 0 2 0,-10 0-2 0,10 0 0 0,0 0-1 0,0 0 0 0,21 0 2 0,9 0-1 0,9 0 0 0,9 0-2 0,13-10 1 0,18 10 0 0,1 0 0 0,-1 0-1 0,0-11 0 0,11 11 0 0,-10 0 0 0,28 0 0 0,-9 0 0 0,-9 0 1 0,-11 0-1 0,0 0 1 0,1 0-1 0,9 0 1 0,-10-9-1 0,-9 0 2 0,9 9 0 0,-9-11 1 0,-11 2 1 0,-9-1-1 0,-10 0 0 0,-11-1 1 0,1 11-1 0,0-9 0 0,-20 9 0 0,10-10 0 0,-10 10-1 0,1 0 0 0,-3 0-1 0,2 0 0 0,-10 0-1 0,10 0 0 0,-10 0 1 0,10 0-2 0,-10 0-3 0,0 0-14 0,0 0-13 0,-20 0 13 0,20 0-1 0</inkml:trace>
  <inkml:trace contextRef="#ctx0" brushRef="#br0" timeOffset="1">16728 4157 13 0,'0'0'8'0,"-10"-10"-7"0,0 10 0 0,1-10 1 0,-1-1 0 0,0-8 2 0,0 0-1 0,10-2-1 0,0-8 0 0,10 9-1 0,10-10 0 0,-1 10 0 0,1 1 2 0,0 9 1 0,10 10 0 0,-10-11 0 0,-10 22-1 0,9 9-1 0,-9-1 0 0,0 11 0 0,-10-11-1 0,10 2 0 0,-10 9-1 0,0-12-1 0,0 3-17 0,0-1-7 0,0-20 2 0</inkml:trace>
  <inkml:trace contextRef="#ctx0" brushRef="#br0" timeOffset="2">16829 4405 14 0,'0'0'3'0,"0"0"-1"0,8 10-2 0,2-10 1 0,0 0-1 0,0 0 1 0,11 0 0 0,-12 0 0 0,10-10 0 0,-8-1-1 0,-1 2 1 0,0-1-1 0,-10 10 1 0,9-11 0 0,-18 11-1 0,-1 0 2 0,0 0-1 0,-1 11 1 0,2-11 0 0,-1 19-1 0,1-19-1 0,9 11 1 0,0-11-1 0,0 10-3 0,9-10-6 0,1 0-15 0</inkml:trace>
  <inkml:trace contextRef="#ctx0" brushRef="#br0" timeOffset="3">16986 4048 20 0,'0'0'2'0,"-11"-10"2"0,11-1-3 0,11 2-1 0,-1-1 0 0,10-1 0 0,0 2 0 0,10-1 0 0,-1 0 0 0,1 1 0 0,-10 9 1 0,0 0-1 0,-20 9 0 0,0 11 1 0,-10 0 0 0,-10 10 1 0,0-10 0 0,0 10-2 0,10-11 1 0,-9 11-2 0,19-10-4 0,-10 0-2 0,10-1-15 0</inkml:trace>
  <inkml:trace contextRef="#ctx0" brushRef="#br0" timeOffset="4">17125 4355 19 0,'0'0'6'0,"0"0"-2"0,-10 0 7 0,10 0 4 0,-10 0 1 0,10 0-3 0,0 0-4 0,0 0-70 0,0 0 29 0</inkml:trace>
  <inkml:trace contextRef="#ctx0" brushRef="#br0" timeOffset="5">19923 14704 255 0</inkml:trace>
  <inkml:trace contextRef="#ctx0" brushRef="#br0" timeOffset="6">11806 3729 12 0,'0'0'3'0,"0"0"0"0,-9 0-1 0,9 0-1 0,0 0-1 0,0 0 0 0,9-9 1 0,2 9 0 0,9 0-1 0,10-9 1 0,-11 9 1 0,31 0-1 0,-10-11 0 0,29 11 0 0,-19 0-1 0,9 0 0 0,11 0 0 0,-1 0 0 0,11 0 0 0,-1 0 1 0,-20 0-1 0,41 0 1 0,-11 0 0 0,20 0 2 0,-10 0-1 0,-9 0-1 0,-1 0-1 0,-11 0 1 0,3 0 1 0,-22 0-1 0,1 0 3 0,-11 0 1 0,-9 0 2 0,0-9-1 0,-20-1 1 0,9 0-2 0,-9 10-1 0,0 0-2 0,0-11-1 0,-10 11 0 0,1 0-2 0,-11 0 0 0,0 11-9 0,0-11-2 0,0 10-4 0,0-10-2 0,0 10 6 0,0-10-2 0</inkml:trace>
  <inkml:trace contextRef="#ctx0" brushRef="#br0" timeOffset="7">12551 4137 17 0,'0'0'4'0,"-10"-11"0"0,10 2-1 0,0 9-1 0,0-21 0 0,10 13 1 0,0-2 1 0,10-10 2 0,0 10-1 0,0 0-2 0,9-1-2 0,-19 11 0 0,10 0-1 0,-10 0 1 0,10 11 1 0,-20 9-1 0,10 0 0 0,-10-2 0 0,0 12 0 0,-20-9 1 0,10-2-1 0,0 2 0 0,0-1-1 0,0-2 0 0,0 3-2 0,10-11-10 0,0-1-9 0,0 2 6 0,0-11-1 0</inkml:trace>
  <inkml:trace contextRef="#ctx0" brushRef="#br0" timeOffset="8">12640 4405 18 0,'0'0'4'0,"-9"0"1"0,18 0 45 0,-9-11-45 0,10 11-3 0,-10 0-4 0,0-9-11 0,10 9-25 0</inkml:trace>
  <inkml:trace contextRef="#ctx0" brushRef="#br0" timeOffset="9">12799 4078 17 0,'0'0'1'0,"0"-11"1"0,0 11-2 0,0-9 0 0,10-1 0 0,0 10 1 0,10-10-1 0,-10-1 0 0,0 11 2 0,10 0-1 0,-10 11 1 0,-10-1-1 0,9 20 1 0,-9-12 0 0,-9 12-1 0,-1 1 1 0,0-1-2 0,0-10 1 0,0 9-1 0,10-9-4 0,-10 0-5 0,10-10-13 0</inkml:trace>
  <inkml:trace contextRef="#ctx0" brushRef="#br0" timeOffset="10">12859 4425 19 0,'-10'0'10'0,"10"0"-5"0,-10 0 5 0,10 0 7 0,0 9-2 0,-10-9-2 0,10 0-3 0,10 0 0 0,-10 0-10 0,10 0-5 0,0 0-17 0,0-9-22 0,0 9 6 0</inkml:trace>
  <inkml:trace contextRef="#ctx0" brushRef="#br0" timeOffset="11">1855 9356 9 0,'0'0'9'0,"-10"0"-6"0,1-20-1 0,-1 10 1 0,0-11 1 0,0 3 1 0,-10-2 0 0,0 10 0 0,0-1 1 0,0 2-2 0,1 9 0 0,-11 0 3 0,-1 20-2 0,-8 20-1 0,0-1 0 0,9 21-2 0,10-12-1 0,10-7 1 0,10-1-1 0,10-1-1 0,20 1 1 0,0-10-1 0,-1-10-1 0,1-10-2 0,10 0-1 0,-1-10-1 0,-9 0-2 0,-10 0-1 0,20-10 0 0,-10 0 5 0,-11-1 1 0,-9 2 2 0,0-1-1 0,0 10 1 0,-10 0 0 0,0 0 2 0,0 0-1 0,10 0 1 0,-10 0 0 0,10 0 2 0,0 0-3 0,10 0 1 0,0 0-2 0,-10-20 1 0,19 10-1 0,-19-11 2 0,10 12-1 0,-10-11 0 0,0 1 1 0,0 8-1 0,-10 2-1 0,0-1 0 0,-10-11-1 0,-10 21 1 0,10-9 1 0,0-1-1 0,-10 10 3 0,1 10 1 0,-1-1 0 0,0 12 1 0,0-2-2 0,10 2-1 0,0-1-1 0,0-2-1 0,10 3 1 0,0-2-1 0,20-8 1 0,10-1-2 0,0-10 1 0,9 0 2 0,-9 0-3 0,10-21 2 0,-10-8-1 0,-21 9 0 0,1 0 1 0,-10 11-2 0,0-12 0 0,-10 12 0 0,1-1-5 0,-11 0-7 0,10 10-10 0,0-11 3 0,10 11-7 0</inkml:trace>
  <inkml:trace contextRef="#ctx0" brushRef="#br0" timeOffset="12">2222 9514 7 0,'0'0'4'0,"0"0"4"0,-9 0-5 0,9-9-1 0,0 9-1 0,0-10 1 0,0 10 3 0,0 0 0 0,0 0 1 0,0 0 7 0,0 0-11 0,0 10 2 0,0-1-3 0,-10 12 0 0,10-12 1 0,0 11-1 0,0 0 0 0,0-10 0 0,0 9-1 0,0-8 1 0,0-1 0 0,10-10 3 0,-10 0 2 0,0 0-3 0,0-10-2 0,0-1-1 0,0-18 0 0,0 9-1 0,0 0 1 0,0-10 0 0,0 11 0 0,9-2 0 0,1 2-1 0,0 8 0 0,1 2 0 0,-2 0 0 0,1 9 1 0,-1 0 0 0,2 9 2 0,-1 11-1 0,0-1 1 0,0 2 0 0,-10-2-1 0,10 11 2 0,0-19-2 0,-10 7 1 0,9-7-1 0,1-1 0 0,0-10 0 0,0 0 0 0,0-10-1 0,0-1-1 0,10 2 1 0,0-11-1 0,-10 11 0 0,0 9 0 0,0-10 0 0,-10 10 0 0,9 0 1 0,-9 0 0 0,0 0 1 0,0 10-1 0,-9-1 1 0,9 2-1 0,0-2 0 0,0-9-7 0,0 9-24 0,9 2-2 0,-9-11 11 0</inkml:trace>
  <inkml:trace contextRef="#ctx0" brushRef="#br0" timeOffset="13">2381 9455 14 0,'0'0'7'0,"-10"-11"-6"0,10 11 1 0,-10 0 4 0,10 0-2 0,0 0 1 0,-10 11 2 0,10 8-2 0,0 2-1 0,0 9 1 0,10-11 1 0,-10 1-2 0,0 0-1 0,0-10-1 0,10 9-1 0,-10-19-1 0,0 11-3 0,0-11-17 0,0 10-5 0,0-10-1 0</inkml:trace>
  <inkml:trace contextRef="#ctx0" brushRef="#br0" timeOffset="14">2600 9375 22 0,'0'0'2'0,"0"-9"4"0,0-1-4 0,0-1 2 0,0 2 1 0,0 9-1 0,-10 0-3 0,-10 9 0 0,-10 2 0 0,0 8 3 0,10 2 0 0,1-11-1 0,9 10-2 0,0-2 0 0,10 3-2 0,10-12 1 0,9 12 0 0,1-11 0 0,20 20 0 0,-10-10 0 0,-10-2 0 0,-10-7 1 0,-1 9-1 0,-9 0 1 0,-9-1 1 0,-1 2 0 0,-10-11 0 0,-10-1 3 0,10-9-2 0,0 0-2 0,10-9 0 0,0-1-3 0,1-20-3 0,28 20-6 0,1-10-2 0,10 0 3 0,-10 0 2 0,10 11 5 0,-1-11 2 0,1-1 1 0,-10 12-1 0,10-11 2 0,0 0-1 0,-11-1 1 0,1 3 2 0,0-12 3 0,0 9-1 0,-10-28-1 0,-10 20 1 0,11-11 0 0,-11 10-1 0,-11 0 0 0,1 1-2 0,0 8 0 0,0 2 0 0,0-2 0 0,10 21-2 0,-10 0 0 0,10 21 1 0,0 9 1 0,0 29-1 0,10 21 2 0,0-11-1 0,0 0 0 0,0-30-2 0,0 31 0 0,1-30-1 0,-11-11-12 0,0-8-12 0,0-1 5 0,0-20-2 0</inkml:trace>
  <inkml:trace contextRef="#ctx0" brushRef="#br0" timeOffset="15">2748 9396 30 0,'0'0'11'0,"0"0"8"0,0 0-16 0,0 0 3 0,10 0 2 0,0 0-5 0,10 0-3 0,10 0-4 0,0 0-20 0,-1 10-3 0,-18-10 2 0</inkml:trace>
  <inkml:trace contextRef="#ctx0" brushRef="#br0" timeOffset="16">3026 9555 22 0,'0'0'4'0,"0"0"11"0,10-11-7 0,20 2-2 0,-10-1-1 0,0-10-2 0,-1 10-2 0,-9-11-1 0,10 12 0 0,-20 9 0 0,0-10-1 0,-10-1-3 0,-10 11 0 0,1 0 2 0,-11 11 2 0,0-1 0 0,0 10 6 0,0-10 4 0,11 9-2 0,9-8-3 0,0 8-1 0,0-8-2 0,20-2 0 0,10 0 0 0,-1-9-1 0,11 0 0 0,0 0-1 0,0-9-1 0,0 0 1 0,-1-2 0 0,-9 2 0 0,0-1-2 0,-10 10 2 0,0-11-1 0,-10 11 0 0,10 0 4 0,-10 11 0 0,-10-1 2 0,10-1-2 0,0 11-2 0,0-11 0 0,10 2 0 0,0-1-2 0,19-10 0 0,-9 0-9 0,0-10-13 0,10-10-7 0,-10 0 11 0,0-10-3 0</inkml:trace>
  <inkml:trace contextRef="#ctx0" brushRef="#br0" timeOffset="17">3393 9029 18 0,'-10'0'5'0,"-9"0"0"0,-1 10 2 0,10 9 2 0,0 41 1 0,0 9 0 0,20-10-1 0,0 0-5 0,0 11-2 0,0-10-2 0,0-10-2 0,-10-10-7 0,9-10-14 0,-9-1 0 0,10-29 1 0</inkml:trace>
  <inkml:trace contextRef="#ctx0" brushRef="#br0" timeOffset="18">3254 9396 31 0,'0'0'13'0,"0"-10"1"0,10 10 3 0,20 0-7 0,0-11-5 0,0 11-4 0,9 0-10 0,1 0-31 0,-20 0-2 0</inkml:trace>
  <inkml:trace contextRef="#ctx0" brushRef="#br0" timeOffset="19">3780 9197 15 0,'0'0'2'0,"0"-10"1"0,-10-1 0 0,0-7 0 0,0 7 0 0,10-8-1 0,10 9-1 0,10-1-1 0,0-8 1 0,0 8 2 0,0 11 2 0,0 11 2 0,-10 8 0 0,9 21-2 0,-19 0-3 0,0 10 0 0,0-20-1 0,-19 8 0 0,-1-7 0 0,10-1-2 0,0-21-10 0,10 12-11 0,0-11 5 0,0-10 1 0</inkml:trace>
  <inkml:trace contextRef="#ctx0" brushRef="#br0" timeOffset="20">3840 9555 18 0,'0'0'2'0,"0"0"7"0,0 9 1 0,-10-9 11 0,20 0-9 0,-10 0-37 0,10 0-1 0,-10 0 5 0</inkml:trace>
  <inkml:trace contextRef="#ctx0" brushRef="#br0" timeOffset="21">3969 9098 15 0,'-10'0'3'0,"10"-21"0"0,0 2-2 0,0 9 3 0,10-9 4 0,10 9-2 0,-1-1 0 0,1-8-1 0,0 19-3 0,0 10 1 0,-10-1 0 0,0 22-1 0,1 7-1 0,-11 3 0 0,-11 9-1 0,11-12 0 0,-10-7 0 0,10 8-3 0,0 1-13 0,0-11-8 0,0-18 4 0</inkml:trace>
  <inkml:trace contextRef="#ctx0" brushRef="#br0" timeOffset="22">4147 9544 17 0,'0'0'8'0,"0"0"6"0,-10 0 42 0,10-9-46 0,0 9-7 0,0 0-2 0,0-10-2 0,0 10-44 0</inkml:trace>
  <inkml:trace contextRef="#ctx0" brushRef="#br0" timeOffset="23">1766 9971 9 0,'0'0'2'0,"-10"0"3"0,0 0-2 0,-10 0 3 0,1-10 2 0,-1 10 1 0,10-10 2 0,-10 10 1 0,9 0-4 0,11-11-3 0,0 11-3 0,11-8 1 0,9 8-2 0,19 0 0 0,41-10 0 0,19 10-2 0,10-11 4 0,100-19 2 0,-51 21 0 0,1-11-3 0,-10 9-1 0,-10 11 0 0,-10-9-1 0,-10-1 0 0,-40 10-1 0,20 0-1 0,-49 0-2 0,-10 0-10 0,-20 0-9 0,-10 10-8 0,-10-1 4 0</inkml:trace>
  <inkml:trace contextRef="#ctx0" brushRef="#br0" timeOffset="24">2103 10079 20 0,'0'-9'9'0,"-9"9"-6"0,-1 0-2 0,10 0 3 0,0-9 7 0,10 9 2 0,39-11-3 0,30-8-3 0,-9 9-3 0,49-1 0 0,-20 11-1 0,0-9 1 0,21-1-1 0,-11 10-2 0,-10 0-1 0,-20 0 0 0,11 0-2 0,-11 0-5 0,-20 0-14 0,-29 0-11 0,0 0-3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8-03T14:15:53.867"/>
    </inkml:context>
    <inkml:brush xml:id="br0">
      <inkml:brushProperty name="width" value="0.05292" units="cm"/>
      <inkml:brushProperty name="height" value="0.05292" units="cm"/>
      <inkml:brushProperty name="color" value="#FF8000"/>
      <inkml:brushProperty name="antiAliased" value="0"/>
    </inkml:brush>
  </inkml:definitions>
  <inkml:trace contextRef="#ctx0" brushRef="#br0">8544 5902 12 0,'0'0'4'0,"0"0"-2"0,0-9-2 0,-11-1 1 0,11-9 0 0,0-12 0 0,0-8 0 0,0 8 0 0,20-7 3 0,-10 8-1 0,-1 10 0 0,1 9-1 0,0 11 0 0,1 0 1 0,-11 21 0 0,9 9-1 0,1 0 0 0,-1 9-1 0,-9-9 0 0,11 10-1 0,-1-21 0 0,0 21 1 0,10-21-1 0,-1 2 0 0,1-2 0 0,10-19 1 0,0 11 0 0,0-31-1 0,-1 0 1 0,11 0-1 0,-10-10 0 0,0 1 0 0,-1-2 0 0,-9 1 0 0,0 21 0 0,10-11-1 0,-20 20 2 0,0 10-1 0,10 0-1 0,-11-1 1 0,1 12 0 0,0-12 0 0,0 12 0 0,10-11 0 0,-10-10 1 0,21 9-1 0,-12-9 0 0,21-9-1 0,-1-1 1 0,11-20 1 0,-11 0-3 0,1 10 2 0,0 0-1 0,-21 11 1 0,11-2 0 0,-10 22-1 0,0-2 2 0,-10 11-1 0,0 0 0 0,0 0 1 0,0-1-1 0,0 2 1 0,9-11 0 0,1 9-1 0,0-9 0 0,0-1 1 0,10 2-1 0,-1-1 0 0,1-10 0 0,10-10 0 0,9-10-1 0,1-9-1 0,-10-2 0 0,-1 1 0 0,-9 1 2 0,0 18 0 0,0-7 0 0,-10 18 0 0,-10 0 0 0,9 9 0 0,-9 11 1 0,0-10 0 0,10 9-1 0,0-8 1 0,10-1-1 0,-1-10 0 0,1 0 1 0,10-10 0 0,10-1-1 0,-1-29 0 0,-9 11 1 0,-10-1-2 0,-1 21 2 0,1-11-1 0,-10 20 0 0,0 0 1 0,-10 0 1 0,10 20 1 0,-11-11-1 0,1 12 0 0,10-12-1 0,0 2 1 0,0-2-2 0,0 0 1 0,10-9 0 0,-11 11-1 0,21-11 0 0,-10 0 0 0,0 0 0 0,-1 0 0 0,-9-11 0 0,10 2-1 0,-10-11 0 0,10 1 0 0,-11-1 0 0,1 10 0 0,-10 0 2 0,10-1-1 0,-10 11 0 0,-10 11 0 0,10-1 0 0,-10 9 0 0,10 2 1 0,1-12-1 0,-2 11 1 0,1-11-1 0,-1 2 0 0,11-1 0 0,0 0 0 0,-1-1 0 0,2 2 0 0,-1-1 0 0,0-1 0 0,-1 2-1 0,11-11 1 0,-10-20-1 0,0 10 0 0,-10-10 1 0,0 10 0 0,10 0 0 0,-11-1 1 0,1 11 3 0,-10 21 3 0,10-2-2 0,-10 11-2 0,10 1-1 0,10-2-2 0,0-9 1 0,10-1-1 0,19-8 0 0,-9-11-2 0,10-11-5 0,9-19-16 0,1-8-12 0,-50 28 16 0</inkml:trace>
  <inkml:trace contextRef="#ctx0" brushRef="#br0" timeOffset="1">12382 5516 8 0,'-9'0'5'0,"-1"0"-3"0,1 10-1 0,-2 10 1 0,-19 10 0 0,10 10 0 0,0 8 2 0,1 13 0 0,9 8 0 0,0-9-2 0,20-12-2 0,0 3 0 0,19-3 0 0,-9-18-1 0,20 1-1 0,-10-1-4 0,-11-21-4 0,2-9-7 0</inkml:trace>
  <inkml:trace contextRef="#ctx0" brushRef="#br0" timeOffset="2">12631 5745 16 0,'0'0'1'0,"-10"0"2"0,10 18-1 0,0 3-1 0,0 19 0 0,10-10 0 0,-10-1-1 0,9 1 0 0,1-11 0 0,-10-8-1 0,10 9 1 0,-10-20-2 0,-10-20-2 0,10-10 5 0,-19 10-1 0,9-19 0 0,0 9 1 0,-10 0 0 0,10-10 0 0,0 1 2 0,0 9 0 0,-10 0 0 0,20 0-1 0,0 10-1 0,20 1 1 0,-10 19-1 0,10 0 0 0,0 10 0 0,0 10-1 0,-11 9 0 0,1-10 0 0,0 12 1 0,-10-11 1 0,0 10 1 0,-10-12 2 0,-9 3-2 0,9-11 1 0,0-1-1 0,0 2-3 0,0-1 0 0,10-10-1 0,0 0-2 0,0 0-5 0,0 0-9 0,10 9 5 0,0-9 7 0,0 0-9 0</inkml:trace>
  <inkml:trace contextRef="#ctx0" brushRef="#br0" timeOffset="3">12819 5675 14 0,'0'0'4'0,"-10"0"-2"0,10 0 2 0,-10 0 3 0,10 20-1 0,0 10-2 0,0-1-2 0,20 11-1 0,-10-10-1 0,0 0 0 0,10-1 0 0,-10-10 0 0,0 2 0 0,-10-12 0 0,0-9 0 0,0-9-1 0,-10-12 0 0,0-8 1 0,-10 10 0 0,0-11 0 0,10 0 1 0,0-1 0 0,0-7-1 0,0 17 0 0,0-8 1 0,10-1-1 0,10 10 0 0,20 11 0 0,-10 9 0 0,0 0-1 0,0 9 1 0,0 11 0 0,-11-1 0 0,1 12 0 0,-10-11 1 0,0 10 3 0,-10-12-1 0,-9 3 1 0,9-11-3 0,-10-1 0 0,10-9-2 0,10 11-5 0,0-11-8 0,0 0-2 0,0 10 10 0,0-10-9 0</inkml:trace>
  <inkml:trace contextRef="#ctx0" brushRef="#br0" timeOffset="4">12809 6022 11 0,'0'0'3'0,"0"0"-1"0,-10 0 2 0,10 0 2 0,-10 0 0 0,20 0 1 0,0 0 0 0,20-10-2 0,0-1-3 0,-1 11-3 0,1-8 2 0,0 8-4 0,1 0-11 0,-22 0-3 0,1 0 8 0,-10 0-1 0</inkml:trace>
  <inkml:trace contextRef="#ctx0" brushRef="#br0" timeOffset="5">12541 6031 14 0,'0'0'2'0,"0"0"1"0,-11 0-2 0,11-9 2 0,11 9 2 0,-1-10 1 0,20 10-3 0,-10 0 1 0,10 0-4 0,-1 0 0 0,1 0-4 0,0 0-12 0,-10 0-5 0</inkml:trace>
  <inkml:trace contextRef="#ctx0" brushRef="#br0" timeOffset="6">13553 5763 11 0,'0'0'3'0,"0"11"-1"0,-10-1-2 0,0 20 1 0,1-11 0 0,-1 2 0 0,0 8 1 0,-10-19-2 0,-10 20 2 0,0-10-2 0,1 0 1 0,-1-11 0 0,0 2-1 0,0-11 1 0,0-11 0 0,1-8 0 0,19-2-1 0,-10 2 1 0,20-11-1 0,0 11 0 0,0-1 0 0,10-10 0 0,0 10-1 0,10 10 1 0,-10 0 0 0,9-1 0 0,-9 2 0 0,0 0 0 0,10-2 0 0,-10 11 0 0,-10-9 0 0,0 9 1 0,10-10-1 0,-10 10 0 0,-10 0 0 0,10-11 1 0,-10 11-1 0,0 0 0 0,10-9 1 0,-10 9-1 0,10 0 1 0,-10 0 0 0,10 0-1 0,0 9 7 0,0-9-4 0,10 11 1 0,-10-1-2 0,0 10 1 0,10-2 0 0,0 3-1 0,0 9 0 0,0-11 0 0,10 12 1 0,-10-12-1 0,19 11 0 0,-9 0-1 0,0-10 0 0,0 10 1 0,-10-1-2 0,10-9 2 0,-10 0 0 0,-10 0-1 0,10-10 1 0,-10-1-2 0,0 2 1 0,0-11-2 0,0 10-3 0,-10-10-10 0,0-10-11 0,0 10 6 0,10-11 2 0</inkml:trace>
  <inkml:trace contextRef="#ctx0" brushRef="#br0" timeOffset="7">13266 5763 5 0,'0'11'3'0,"0"-11"-2"0,0 10 1 0,9-10 0 0,-9 0 0 0,10 0-1 0,0 0 0 0,10 0-1 0,-10-10 1 0,0-1 0 0,0 11-1 0,0-18 1 0,-10 7 0 0,0 2 0 0,0-1 0 0,0-1 0 0,0 2-1 0,-10-1 0 0,0 10-1 0,0 0 1 0,-10 0-1 0,10 0 0 0,-10 10-1 0,20-1 0 0,-9-9-5 0,9 11-3 0</inkml:trace>
  <inkml:trace contextRef="#ctx0" brushRef="#br0" timeOffset="8">13851 5715 12 0,'0'0'3'0,"0"0"-1"0,-10 10-1 0,10 10-1 0,0-2 1 0,0 3-1 0,0 9 1 0,0-11 0 0,0-8 0 0,10 9 0 0,-10-11-1 0,0 1 1 0,0 0-1 0,0-10-1 0,0-10-1 0,0-9 1 0,-10 9 1 0,0-11 0 0,0 2 1 0,0-11-1 0,-10 9 2 0,10-8 0 0,1 10 0 0,-1-1-1 0,10 0 0 0,0-10 0 0,10 19-1 0,18-7 0 0,-7 7 0 0,-1 2 0 0,0 18 0 0,0 2-1 0,0-2 2 0,-11 11-1 0,1-10 1 0,-10 10-1 0,-10 0 2 0,1-11-2 0,-1 12 0 0,0-12 0 0,0 2-1 0,0-2-4 0,10 0-4 0,0-9 6 0,0 11-12 0</inkml:trace>
  <inkml:trace contextRef="#ctx0" brushRef="#br0" timeOffset="9">13722 5983 16 0,'0'0'5'0,"-11"0"-1"0,11 0 0 0,-9 0 2 0,29 0 10 0,10 0-12 0,-1 0-1 0,21 0-3 0,-10-11-2 0,-1 11-3 0,-9 0-16 0,0 0 6 0,-20 0 0 0</inkml:trace>
  <inkml:trace contextRef="#ctx0" brushRef="#br0" timeOffset="10">14149 5754 16 0,'0'0'2'0,"0"0"2"0,-10 0-2 0,0 0 3 0,10 9 0 0,-10 12-2 0,10-11-2 0,0 10-1 0,0-1 1 0,0-8-2 0,10-1 1 0,-10 9-1 0,10-9-3 0,-10-10-3 0,0 10 0 0,0-10 5 0,0-10 0 0,-10 0 1 0,10-9 1 0,-10-11 0 0,0 9 0 0,0 2 1 0,0-2-1 0,10 3 1 0,-10 7 0 0,10 2-1 0,0-1 1 0,10-1-1 0,10 2 1 0,0 9-2 0,0-10 1 0,9 0 0 0,-9 10 0 0,0-11 0 0,-10 11 0 0,10 0 0 0,-9-9 0 0,-11 9 0 0,9 0 1 0,-9 0 0 0,0 0 2 0,0 9 2 0,0 2 0 0,-9 9-1 0,9 0 1 0,0 10-2 0,9-12 0 0,-9 3 0 0,0-2-2 0,10 2-1 0,-10-1 0 0,9-10 0 0,-9 0-2 0,10 9-10 0,-10-9-5 0,0-1 10 0,10-9-7 0</inkml:trace>
  <inkml:trace contextRef="#ctx0" brushRef="#br0" timeOffset="11">14357 5576 8 0,'0'0'3'0,"0"-11"1"0,-9 11-2 0,-2 0-1 0,11-9 3 0,0 9-1 0,0 0-1 0,0 0 0 0,20 0-1 0,-1 0-1 0,12 9 0 0,-12 12 2 0,11 9 0 0,-10-1 2 0,0 21 1 0,10 0-2 0,-20-1-2 0,-1-10 0 0,1 11 1 0,-20-20 0 0,1 10-1 0,-11-10 0 0,10-12-1 0,0-7-2 0,0 8-7 0,10-19-11 0,0 0 9 0,0 0-1 0</inkml:trace>
  <inkml:trace contextRef="#ctx0" brushRef="#br0" timeOffset="12">14794 5913 35 0,'0'0'24'0,"0"0"-11"0,0 0-1 0,-10 0 2 0,10 0-9 0,0 0-3 0,-10 0-2 0,10 0-8 0,0 0-16 0,0-11-25 0,10 11 25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8-03T14:15:53.880"/>
    </inkml:context>
    <inkml:brush xml:id="br0">
      <inkml:brushProperty name="width" value="0.05292" units="cm"/>
      <inkml:brushProperty name="height" value="0.05292" units="cm"/>
      <inkml:brushProperty name="color" value="#FF8000"/>
      <inkml:brushProperty name="antiAliased" value="0"/>
    </inkml:brush>
  </inkml:definitions>
  <inkml:trace contextRef="#ctx0" brushRef="#br0">1220 7590 12 0,'0'0'4'0,"0"0"0"0,-10 0-2 0,-19 0-1 0,-11 0 0 0,-10-10 1 0,1 10-1 0,-1 0 1 0,-9 0 1 0,9 0 0 0,10 0 1 0,1 0-2 0,9-11-1 0,0 11 1 0,10 0-2 0,10-9 1 0,0 9-1 0,10 0 0 0,0 9 0 0,0-9 0 0,0 11 0 0,0-11 0 0,0 10 2 0,0 0-1 0,0-1 0 0,0 12 0 0,0-1 0 0,0 9 0 0,0 0 0 0,0 12 1 0,0 8-2 0,-9 21 1 0,9-2-1 0,0 2 1 0,0 10-1 0,0-10 1 0,9 9-1 0,-9-11 1 0,10 13 0 0,-10 7 0 0,10 2-1 0,-10 0 1 0,0-2 0 0,0-8 1 0,0 9 0 0,0 1 0 0,-10-1 0 0,10-9-1 0,10 19 1 0,-10-10-1 0,10-1 1 0,-10 3-1 0,0 8-1 0,0-10 0 0,10-1 0 0,-10 3-1 0,10-2 0 0,0-10 1 0,0 11-2 0,0-11 2 0,0 10-1 0,0-9 0 0,-10-1 0 0,10 1 0 0,-10-2 0 0,0 2 0 0,0 0 0 0,10-2 2 0,-10-27-1 0,0 38 0 0,9-20-1 0,-9 1 1 0,10-1 0 0,-10 1 1 0,10-22-2 0,-10 43 3 0,0-32-1 0,0 1-1 0,0-11 1 0,-10 1 0 0,10 0-1 0,-10-1 1 0,10 1 0 0,-9-12 2 0,9 13-1 0,-10-11 0 0,10-1-1 0,-10 0 0 0,10 1 2 0,-10 1-1 0,10-12-1 0,-10 11 1 0,0-10-1 0,10-1-1 0,-10-9 0 0,10 10 0 0,0 0 1 0,0-11 0 0,0 2-1 0,0-13 1 0,0 13 0 0,0-12 0 0,0 2-1 0,0-1 1 0,0-10 0 0,0 0 1 0,10 0-2 0,0 0 0 0,10 0 0 0,0-10 2 0,9-1 2 0,1 2 0 0,0-1-1 0,9-1-1 0,-8 11-2 0,-3-8 1 0,3 8 0 0,-1 0-1 0,-11 0 0 0,1 0-4 0,0 0-21 0,-10 0-30 0,0 0 21 0</inkml:trace>
  <inkml:trace contextRef="#ctx0" brushRef="#br0" timeOffset="1">1191 12710 8 0,'0'0'4'0,"0"0"-3"0,0 9 2 0,0-9 4 0,0 11-1 0,0-11-1 0,0 0-1 0,-10-11 0 0,10 2 0 0,0-21 1 0,0-1 0 0,10-8 0 0,0-10-3 0,-1 8-6 0,11 1 6 0,-10 2-2 0,0-2 0 0,-10 10 0 0,10 20 1 0,-10-1 0 0,0 22-1 0,10-1 5 0,-10 20-4 0,10 0 1 0,10 29-3 0,10-9 0 0,-11 10 1 0,1-31-2 0,-10 1-3 0,0-10-2 0,0-11-5 0,0 2-5 0,-10-1 5 0,10-1 10 0,-10-9-10 0</inkml:trace>
  <inkml:trace contextRef="#ctx0" brushRef="#br0" timeOffset="2">1250 12619 8 0,'0'0'3'0,"0"0"0"0,-10 0 0 0,10 0 6 0,-10 11 2 0,0-11-5 0,0 0 0 0,10 0-1 0,10 0-4 0,10 0 1 0,20 0-8 0,10-11-10 0,-1 11-3 0,-9 0 3 0</inkml:trace>
  <inkml:trace contextRef="#ctx0" brushRef="#br0" timeOffset="3">1559 12590 8 0,'0'0'4'0,"-11"0"0"0,1 11 2 0,1-2 3 0,-2 11-2 0,1-10-3 0,10 10-1 0,0 0-2 0,0-11 1 0,0 2 1 0,10-1-2 0,10-1 1 0,1-9 0 0,-2 0-2 0,-10-9 1 0,11-12-1 0,0 2 0 0,-10 9 0 0,-1-10 0 0,2 10-1 0,-1-1 1 0,-10 2 0 0,10 9 0 0,-10 0 1 0,10 9 0 0,-10 2 0 0,0 8-1 0,10 2 1 0,0-11-1 0,-1-1 0 0,1 2 0 0,0-1-4 0,0-10-8 0,10 0-5 0,-10 0 4 0,10 0 9 0,-10 0 2 0,0-10-6 0</inkml:trace>
  <inkml:trace contextRef="#ctx0" brushRef="#br0" timeOffset="4">1865 12581 8 0,'0'0'3'0,"0"9"5"0,0-9 3 0,0 11-1 0,-10 7-4 0,10-7 0 0,0 8-2 0,0-8 0 0,0-1-2 0,0 9-1 0,10-19 0 0,-10 11 0 0,10-11 0 0,10-11 0 0,0 2-1 0,-10-11-1 0,0 0 0 0,10 10 0 0,-10-1 0 0,-1 2 1 0,-9 9 0 0,10 0 2 0,-10 9 0 0,0 2 1 0,10 8 0 0,-10 2-1 0,0-11-1 0,10 10 2 0,10-10 0 0,0-1-1 0,0-9 0 0,19 11-1 0,-9-11 0 0,1 0 0 0,-1-11 0 0,-11 2-1 0,10-12-1 0,-9 12-1 0,-1-1-3 0,-8-11 1 0,-11 12 0 0,0-1 1 0,0-1-1 0,-11 2 2 0,2 9 0 0,-10 0 1 0,-2 0 1 0,2 0 1 0,9 9 5 0,-10 12-1 0,20-12 0 0,-10 12-2 0,10-11-1 0,10 10-1 0,1-10 0 0,17-1-2 0,12-9-7 0,-10 0-13 0,20 0-9 0,-1-9 18 0,-39-1-2 0</inkml:trace>
  <inkml:trace contextRef="#ctx0" brushRef="#br0" timeOffset="5">2570 12619 19 0,'0'0'5'0,"-10"21"5"0,-10-1 1 0,0 0 0 0,0 0-7 0,10-1-3 0,-9 1-2 0,-1-11-9 0,10 2-16 0,10-1 18 0,0-10-8 0</inkml:trace>
  <inkml:trace contextRef="#ctx0" brushRef="#br0" timeOffset="6">2431 12581 13 0,'0'0'3'0,"0"0"0"0,-10 9 10 0,10 2 3 0,-10-2-3 0,10 11-1 0,10-1-2 0,0 2-4 0,20-2-3 0,-11-8-1 0,11-1-2 0,0-1-2 0,0 2-19 0,-10-11-15 0,9 0 18 0,-19 0 2 0</inkml:trace>
  <inkml:trace contextRef="#ctx0" brushRef="#br0" timeOffset="7">2689 12670 19 0,'0'0'5'0,"-10"10"-1"0,10-10 7 0,0 9 5 0,-10-9-6 0,10 0-2 0,10 0 0 0,0 0 0 0,10-9-2 0,-10-1-1 0,9 0-1 0,-9-1-1 0,10-8-2 0,-10 8 0 0,0-7-2 0,0 7 0 0,-10 2-3 0,-10-1-3 0,10 10 0 0,-20-10 4 0,0 10 2 0,10 20 2 0,-9-11 3 0,9 11 3 0,10 10 3 0,-10-10-1 0,10 0-4 0,10 0-1 0,19-1-1 0,-9-8-1 0,10-11-2 0,11 0-4 0,7-20-26 0,2 10-30 0,-20-1 24 0</inkml:trace>
  <inkml:trace contextRef="#ctx0" brushRef="#br0" timeOffset="8">903 13115 7 0,'0'0'2'0,"0"0"-1"0,-9-8 0 0,9 8-1 0,0-10 2 0,-11 10-1 0,11 18 1 0,-10-7-1 0,10 29 0 0,0 0 0 0,0-10 0 0,21 9 0 0,-12-9 2 0,-9-11 1 0,10 2 2 0,-1-21-5 0,-9 0-1 0,11-30 0 0,-11-1-1 0,0 1 0 0,0 1 1 0,-11-11-1 0,11 10 0 0,0-10 1 0,-9 11 0 0,9-10 0 0,-10 8 1 0,1 1 0 0,9 12 0 0,-11 7 0 0,11 11-1 0,0 11 1 0,0 18 1 0,11 1-1 0,17 10 1 0,12 8-1 0,0 3 0 0,10-1 0 0,-21-1-1 0,1-9 0 0,-10 0 2 0,-20-2 3 0,0-17 6 0,0 9 1 0,-20-11-4 0,-10 2-2 0,-9-11-1 0,8-1-1 0,12 1-3 0,-21 0 0 0,21-10-1 0,-1 0-2 0,1 0-8 0,8 0-14 0,11 0-11 0,0-10 17 0,0 10 8 0</inkml:trace>
  <inkml:trace contextRef="#ctx0" brushRef="#br0" timeOffset="9">1369 13394 11 0,'0'0'1'0,"0"10"0"0,0-10 2 0,0 0 3 0,0 10 4 0,0-10-5 0,10-10-2 0,10 10-2 0,-10-21 1 0,0 12-2 0,0-11 0 0,-10 11-1 0,0-12 0 0,0 2-2 0,0-2 1 0,-20 12 1 0,10-1 0 0,-10 10 1 0,0 0 1 0,0 10 1 0,1 10 2 0,-1-10 2 0,0 9-3 0,10 11-2 0,-10-10-1 0,20 0 0 0,0-10 1 0,30 9-1 0,10-19 0 0,-1 0 0 0,1-19 0 0,-10-2-1 0,0 12-2 0,-11-11-4 0,11 11 0 0,-20-12 1 0,-10 12 3 0,11-1 2 0,-11 0 1 0,0-10 0 0,-11 10 2 0,11-1 2 0,0 11 0 0,0-9 0 0,0 29 5 0,0-10-6 0,0 10 0 0,11 9 2 0,-2-18-3 0,1 8 1 0,-10 1-1 0,11-11 0 0,-2 2-1 0,-9-11 2 0,10 0-2 0,-10 0 0 0,9-11-1 0,1-7 0 0,11-2-1 0,-2-1-1 0,1 12 1 0,-10-1 0 0,0 0 1 0,0 10-1 0,0 0 2 0,0 10-1 0,-10 0 0 0,9 10 1 0,-9-10 0 0,10-1 0 0,-10 2-1 0,10-11 2 0,0 9-1 0,0-9 0 0,0 0 0 0,0 0 0 0,10-9-1 0,-10-2-1 0,0 2 0 0,0-1 1 0,9 10 0 0,-9 0-1 0,-10 0 2 0,10 10 0 0,-10-1 0 0,0 2-1 0,10-2 0 0,0 0 1 0,0-9-2 0,10 0-10 0,-10 0-18 0,10 0 5 0,-10 0 11 0</inkml:trace>
  <inkml:trace contextRef="#ctx0" brushRef="#br0" timeOffset="10">2044 13236 8 0,'0'0'4'0,"-10"0"1"0,0 0 1 0,10 18 12 0,-10-7-5 0,10 8-3 0,0-8-4 0,0 9-1 0,10-11-3 0,0 12 1 0,0-12-3 0,10 2 2 0,-20-11-1 0,10 9 0 0,0-9 0 0,9-9-1 0,-9-11-2 0,10-1-2 0,-10 2 0 0,0 9 0 0,1-10 2 0,-2 10 2 0,1-1-1 0,-10 11 4 0,0 11 1 0,11-1 1 0,-11-1-2 0,0 12 0 0,0-11-1 0,0-1 1 0,0 2-1 0,9-1-2 0,1-1 1 0,9 2 1 0,-9-11-1 0,20 0-1 0,-10 0 1 0,0 0 0 0,10 0-1 0,-21 0-1 0,11-20 0 0,0 10-2 0,-10-10 1 0,-10 10 0 0,10-11 1 0,-10 2 0 0,-10-1 0 0,10 11 1 0,-10-2-1 0,-10 11 1 0,10 0 1 0,0 0 3 0,10 20 2 0,-9 0-3 0,9-1 0 0,0 12-2 0,9-22 0 0,1 12 1 0,10-1-2 0,0-20 2 0,10 9-2 0,10-18-8 0,-1-2-25 0,-9 2-11 0,-20-12 20 0</inkml:trace>
  <inkml:trace contextRef="#ctx0" brushRef="#br0" timeOffset="11">2570 13245 11 0,'0'0'3'0,"0"0"0"0,-10-9-1 0,10 9 21 0,0 9-12 0,10 0-2 0,-10 12 0 0,10-1-5 0,0 0-2 0,-10 0 0 0,10-10 1 0,-10 10-1 0,0-11 1 0,0-9-1 0,0 0-1 0,0 0 0 0,0-9-1 0,9-2 0 0,-9-8 0 0,0 8 0 0,10-8 0 0,0 9-2 0,0-10-1 0,10 10-7 0,-10-1-5 0,20 11-7 0,-20 0 3 0,10 0-1 0</inkml:trace>
  <inkml:trace contextRef="#ctx0" brushRef="#br0" timeOffset="12">3145 13533 15 0,'0'0'3'0,"-30"0"-3"0,1-11 1 0,9 2 2 0,-10-11 5 0,10 1-2 0,10 9-5 0,0-10-1 0,10 10 0 0,10-10 0 0,0 10 0 0,20 0 0 0,0-10 0 0,0 0 0 0,-1 1 0 0,1-1 1 0,-10 0 0 0,0 0 0 0,-10-1 0 0,0 12 1 0,-10-11-1 0,-10 11 0 0,-10 9 2 0,0 0 0 0,-10 0-1 0,0 20 2 0,1-2 1 0,9 3-1 0,0-1 0 0,10-10-2 0,0 9-1 0,10 2-1 0,10-12 0 0,10 2 0 0,10-11-2 0,9 0-2 0,-9-20-4 0,0 10-11 0,0-20 1 0,-1 9-1 0</inkml:trace>
  <inkml:trace contextRef="#ctx0" brushRef="#br0" timeOffset="13">3284 13016 13 0,'-10'0'4'0,"0"-19"-2"0,0 0-1 0,-9-2 3 0,9 12 9 0,0 9 1 0,0 0-2 0,0 30 1 0,10-1-1 0,0 20 1 0,0 2-3 0,10-3-4 0,20 13-2 0,-11-23-2 0,1 3 0 0,-10-21-2 0,0-11 2 0,0 2-2 0,10-11 2 0,-10-11-1 0,0 2 0 0,0-11-2 0,9 9 0 0,-9-8-1 0,0 8-1 0,10 2 1 0,-20 0-1 0,10 9 2 0,0 0 1 0,0 18-2 0,11 3 2 0,-12-1-2 0,1 0 2 0,9 0-1 0,-19-10 2 0,0 10 4 0,-10-20 5 0,1 9-1 0,-31-9-2 0,10-9-3 0,10-2-2 0,0 11-1 0,11-9-4 0,-1 9-18 0,20 0-88 0,-1 0 93 0</inkml:trace>
  <inkml:trace contextRef="#ctx0" brushRef="#br0" timeOffset="14">4118 13533 9 0,'0'0'6'0,"-19"-30"-3"0,-12 1-2 0,11-1 1 0,0 0 0 0,10-1 1 0,-9 2 0 0,9 10 0 0,10-1 0 0,0 10-1 0,10 0-1 0,9-1 0 0,1 2-1 0,0-1 0 0,0-1 2 0,1 2-1 0,-12 0 0 0,1-11 1 0,-1 10-2 0,-9 0 2 0,0-1-2 0,-9 2 1 0,-1 9-2 0,-10-10 3 0,10 20 1 0,-10-10 2 0,10 20 1 0,-10-10 0 0,10 20-1 0,10-21 0 0,0 21-1 0,0-10-3 0,10 0-1 0,20-11 1 0,0 2 0 0,9-11 0 0,1 0-4 0,10-11-7 0,-11-8-14 0,11 9 0 0,-10-10 19 0,-20-1-16 0</inkml:trace>
  <inkml:trace contextRef="#ctx0" brushRef="#br0" timeOffset="15">4405 13216 18 0,'0'0'6'0,"0"9"7"0,-20 2 4 0,1 7-5 0,-1 12-4 0,-10-9-4 0,10-2-3 0,0 11-1 0,0-19-2 0,11 7-2 0,-1-18-2 0,0 0-2 0,10-9 2 0,0-11 5 0,10 1 0 0,-10-1 1 0,10-11 0 0,-1 22-1 0,-9-1 2 0,10 10 4 0,-10 0 4 0,10 0-1 0,0 19-4 0,0-8-1 0,10 9-1 0,0-11-2 0,0 2 0 0,0 8 0 0,-1-19-3 0,1 11-5 0,0-11-5 0,-10-11-7 0,10 2 7 0,0-12 12 0,-10 2 0 0,0 9 1 0,-1-20 0 0,1 19 1 0,-10 2 0 0,0-11-1 0,0 11 3 0,0 9 2 0,0 0 0 0,-10 0 1 0,10 0 1 0,0 9-1 0,0 11 1 0,10 0-2 0,-10-1-2 0,10 2-1 0,-10-2 0 0,0-8 1 0,0-11-1 0,0 10 0 0,0-20-1 0,0 10-1 0,0-11 0 0,0 11-1 0,0-9 1 0,0-1-1 0,0 10 0 0,0-10 1 0,0-1 0 0,0 11-1 0,0-9 2 0,0 9-1 0,-10-10 0 0,10 10 0 0,0-11 0 0,0 11 0 0,0 0 1 0,0 0 1 0,0 21 1 0,0 19 0 0,0 10-1 0,0-1 0 0,10 11-2 0,10-1-1 0,-10 0 1 0,0-9 0 0,0-20 0 0,0-11 1 0,-10 2-1 0,0-12 0 0,0-9-1 0,0-19-6 0,-10-1-3 0,0-11 0 0,0 1-1 0,0-8-1 0,10-2 1 0,-10 0 5 0,0 11 4 0,0-1 2 0,0 9 0 0,10 2 0 0,10 9 1 0,-10-1 0 0,10 11 1 0,0 0 2 0,0 0-1 0,0 11 6 0,0-1-4 0,-10 0-3 0,0 10-2 0,0-20-2 0,0 10-2 0,-10-1-4 0,10-9-1 0,0-9 6 0,0-12 2 0,0 2 1 0,0-11 0 0,10 1 0 0,10-1 0 0,0-1 1 0,-10 12-1 0,19-10 1 0,-9 9-1 0,0 0 2 0,0-10 1 0,10 10 4 0,-20 0 2 0,9 1-5 0,-9-2-1 0,10-9-2 0,-20 11-1 0,0-2 0 0,0 2-2 0,0 0 1 0,-9 9 0 0,-2 10 0 0,-9-11 0 0,11 22 2 0,-10-1 2 0,-2 9 8 0,1 11 0 0,0 10-2 0,10 0-3 0,0 8-2 0,10 3-2 0,10-21 0 0,20 18-1 0,0-27 2 0,-10-2-1 0,9-8 0 0,1-1-1 0,0-10 1 0,0 0-1 0,-1-21 1 0,1 12-2 0,-10-22 1 0,10 12-2 0,-20-1 0 0,0 11-1 0,-10-11 1 0,-10 10-1 0,0 0 1 0,-10 10 0 0,0 0 0 0,0 20 2 0,0-11 1 0,11 11 0 0,-1 10 0 0,0-21-1 0,10 22-1 0,20-11 0 0,-1-10 1 0,1-1 0 0,10-9 0 0,0 0-1 0,0-9 0 0,-1-12 1 0,1 12-2 0,-10-1 0 0,0-11 1 0,0 12 0 0,-20-1 0 0,10-1 1 0,-10 11 0 0,0 0-1 0,-10 0 1 0,10 0-2 0,0 0 1 0,0 11 0 0,10-1-1 0,-1 10 1 0,-9 0-1 0,10-11 1 0,0 2 0 0,-10 8 1 0,0-8 0 0,0-2 1 0,-10-9 3 0,0 9 0 0,-9-9-3 0,-1 0-2 0,10 0 1 0,-10 0-2 0,10 0-4 0,0 0-14 0,0 0-27 0,0 0-13 0</inkml:trace>
  <inkml:trace contextRef="#ctx0" brushRef="#br0" timeOffset="16">5626 13305 13 0,'0'10'4'0,"0"-1"-2"0,0 2 0 0,10-1 0 0,-10-10-1 0,19 9 2 0,-9-18 0 0,10-1 2 0,0-10 1 0,-10 0-1 0,10 0-4 0,-10-1 0 0,0 3-1 0,-10 7-1 0,0-8-1 0,0 9-1 0,-10-1 1 0,0 11 1 0,-10-9 0 0,0 18 2 0,0 2-1 0,-9 9 2 0,19 0 3 0,-10 9 0 0,10-10-2 0,0 2 0 0,0-2-1 0,20 2-2 0,0-12 1 0,0 2-1 0,20-11-1 0,-11 9-5 0,11-9-8 0,0-9 1 0,10-11 7 0,-40 20-14 0</inkml:trace>
  <inkml:trace contextRef="#ctx0" brushRef="#br0" timeOffset="17">5814 12858 18 0,'0'0'3'0,"0"0"1"0,-20 0 0 0,10 0 5 0,1 20 1 0,-1 19 1 0,-10 22-2 0,10 17-1 0,10-19-3 0,0 11-4 0,20-19-2 0,-10-3-8 0,0-8-11 0,-1-19-5 0,1-21 9 0</inkml:trace>
  <inkml:trace contextRef="#ctx0" brushRef="#br0" timeOffset="18">5904 12938 28 0,'0'0'7'0,"-20"10"6"0,20 20 4 0,-10-11-6 0,10 11-7 0,0-1-8 0,0 1-28 0,10-1-12 0</inkml:trace>
  <inkml:trace contextRef="#ctx0" brushRef="#br0" timeOffset="19">6132 13474 16 0,'-10'0'4'0,"-10"10"-4"0,9-10 0 0,-8 0 0 0,-1-10 1 0,10-11 0 0,0 2-1 0,10-11 1 0,0 9-1 0,10 3 0 0,0-2 0 0,10-1 0 0,-10 2 1 0,10 9-1 0,0-10 0 0,0 10 0 0,-10-10 0 0,-1 11 1 0,1-2 0 0,0 2-1 0,-10-1 0 0,0 0-1 0,-10 10 2 0,0-11-1 0,-9 11-1 0,-1 0 2 0,0 11-1 0,0-11 1 0,1 10 2 0,-2 0 3 0,11 10 3 0,-9-11 0 0,19 0-4 0,0 12-3 0,0-12-1 0,10 12 0 0,-1-11-1 0,11-1 1 0,0 2 1 0,10-1 0 0,-10-10-1 0,10 0-2 0,-21 0 1 0,11-10-6 0,-10-10-10 0,0 0 0 0,0 9 11 0,-10-19 3 0,10 12 2 0,-10-2 0 0,0 0 0 0,-10 9 1 0,0 2 0 0,0 9 1 0,0 9 4 0,-10 2 3 0,20-1-1 0,-9 20-1 0,9-12-3 0,0 3-2 0,0-1 0 0,19-10 2 0,-9 9 0 0,10-8 0 0,0-11-2 0,0 0-1 0,10 0 0 0,-11-11-1 0,1 2-11 0,0-1-7 0,-10-20 2 0,10 9 8 0,-10 3 6 0,0-2 2 0,0-11 0 0,-10 12 1 0,10 8 2 0,-10 11 5 0,0 0 13 0,0 21-14 0,0-1-2 0,0 0 1 0,0 0-2 0,10 9 0 0,-10-19 1 0,9 10 0 0,1-10-2 0,0 9 0 0,0-8-2 0,0-1 1 0,0-10-1 0,0 0-1 0,10 0 0 0,-10-21-3 0,0 12-2 0,10-11-1 0,-11-10 2 0,1 10 2 0,0 0 2 0,-10 11 0 0,10-1 0 0,-10 0 2 0,0 20 4 0,0 9-3 0,0-8-1 0,0-2-2 0,10 0 1 0,0 12-1 0,0-21 0 0,10 9-1 0,0-9-7 0,9 0-18 0,-19 0-10 0,10 0 8 0</inkml:trace>
  <inkml:trace contextRef="#ctx0" brushRef="#br0" timeOffset="20">6747 13265 20 0,'-10'10'3'0,"10"-10"-1"0,0 0 5 0,0 0 2 0,10 0-5 0,0 0 1 0,0 0 0 0,10-10 0 0,-1-1-1 0,1-7-2 0,-10 7-1 0,10 2 0 0,-20-1-2 0,10-11-2 0,-10 12-2 0,-10-1 0 0,0 10 1 0,-10 0 1 0,-10 0 3 0,11 10 0 0,-1 10 4 0,0 0 2 0,0 0-1 0,1-2 1 0,19 12-3 0,0-9-2 0,0-2-2 0,28 2 1 0,-7-12 0 0,9 2 0 0,-1-2 1 0,1-18-1 0,-10 9 0 0,0-20-2 0,0 10-1 0,-20-10-1 0,0 10 1 0,0-11 1 0,-10 12 2 0,0-1 0 0,0-1 0 0,10 2 1 0,-10 0-2 0,0 9 1 0,10-11-1 0,0 2-1 0,10-1 1 0,0 10 1 0,0-10 0 0,10 10 1 0,0 0 0 0,-11 0 3 0,11 0 1 0,-10 10 1 0,0 9 1 0,10 1 0 0,-20 0-1 0,10 10-4 0,0-10 1 0,0 0 1 0,0-1-3 0,0 1 0 0,-10-11 1 0,0 2 0 0,10-1-1 0,-10-10-1 0,9 10 2 0,-9-20-2 0,10 0-1 0,-10-1-4 0,10-18-2 0,0 10-1 0,0-11 0 0,0 0 2 0,0 0 1 0,0 21 3 0,0-2 1 0,0 11 2 0,-10 0 3 0,0 11 3 0,10-2 1 0,-10 11-1 0,0-1-2 0,10-8-1 0,-10-1 0 0,10 0-1 0,-10-1 0 0,9 2-1 0,-9-11 1 0,10 0-3 0,0 0 1 0,10-11-2 0,-10-8-2 0,10 9-4 0,1-10 1 0,-12 10 2 0,10-10 1 0,-9 20 2 0,0-9 1 0,1 9 4 0,-11 0 3 0,0 9 2 0,0 11-2 0,0-10 0 0,9 10-3 0,-9-10-3 0,10 0 1 0,-1-1-1 0,12 2-1 0,9-11-4 0,-1 0-16 0,11-20-28 0,-10 10 1 0,-30 10 31 0</inkml:trace>
  <inkml:trace contextRef="#ctx0" brushRef="#br0" timeOffset="21">7620 13354 16 0,'0'0'4'0,"-10"0"-1"0,10 0-2 0,10 0 24 0,10 0-14 0,0 0-4 0,0-9-2 0,-1-1-1 0,-9-1-2 0,0 2-1 0,0-1-1 0,-10 0-5 0,-10-1-9 0,0 11-1 0,0-9 3 0,-19 9 7 0,9-10 4 0,0 10 0 0,-10 0 2 0,0 0 5 0,11 19 9 0,-11-8 0 0,10-1-1 0,0 9-3 0,10-8-4 0,10 8-2 0,0-8-2 0,20-2-2 0,0 0 0 0,10-9-1 0,-1 0 1 0,1 0-1 0,0-9 1 0,0 0-3 0,-1-2-4 0,-9 2-2 0,-10-12 0 0,10 12 2 0,-10-1 4 0,-10 0 1 0,0 10 3 0,0 0 10 0,0 10-5 0,-10 0-2 0,10 10-2 0,10-10-1 0,0-1-1 0,0-9 0 0,0 11 0 0,0-11 0 0,10 0-1 0,-1 0 1 0,1-11-1 0,-10-8-1 0,10-1-3 0,0 0-4 0,-9 0 0 0,8-10-2 0,-10 1-4 0,1-11 3 0,-10 10 2 0,10-1 2 0,-10 2 2 0,0-1 3 0,-20 1 1 0,11-1 2 0,-10 11 1 0,-2 9 8 0,1-1 2 0,10 22 3 0,-10 18 0 0,10 1-4 0,10 20-3 0,0-12-3 0,10 13-1 0,10-11 0 0,0-1-1 0,11-9 0 0,-12-10-2 0,10 0 0 0,1-11-1 0,0 2 1 0,0-11 0 0,-11 0-2 0,11-11-3 0,0-8-4 0,-10 9 0 0,0-10-1 0,0 10 4 0,-20-1 5 0,9 2 1 0,-9 9 2 0,-9 9 15 0,9 2-11 0,-10-1-2 0,10 10-1 0,10-10-2 0,-1 0 0 0,1-1-2 0,10-9-1 0,0 0-4 0,0 0-13 0,10-9-24 0,-10-1-7 0,-20 0 30 0</inkml:trace>
  <inkml:trace contextRef="#ctx0" brushRef="#br0" timeOffset="22">8156 13067 51 0,'0'0'12'0,"-20"0"4"0,0-11-15 0,10 11 0 0,0 0-4 0,30 0-50 0,-10 0 28 0</inkml:trace>
  <inkml:trace contextRef="#ctx0" brushRef="#br0" timeOffset="23">8374 13335 28 0,'0'0'22'0,"0"0"-19"0,-10 0 7 0,10-11 1 0,10-8-2 0,10 9-6 0,-10-10-2 0,10 10-1 0,-10-10-1 0,0 0-2 0,-1 11-1 0,-9-1-4 0,-9 0 2 0,-11 10 4 0,0 0 3 0,0 10 5 0,-10 9 5 0,20 10-3 0,-10 1-3 0,11-9-2 0,9 9-2 0,0-20 1 0,19 10-2 0,11-11 1 0,-10-9-2 0,20 0 0 0,-1-9-2 0,-9-2 1 0,0-8-1 0,0-1-1 0,-1 0 1 0,-19 9 3 0,1-8 1 0,-2 8 1 0,-9 11-1 0,10-9-1 0,-10 9 0 0,9 0-1 0,2 20-1 0,9-10-4 0,-10-1-1 0,10 12 1 0,-11-11 3 0,1-1 4 0,-10 12 9 0,0-21 6 0,-10 9-1 0,-19-9-2 0,9 0-5 0,-1 0-4 0,12-9-3 0,-10-1-2 0,8 10-3 0,11-11-12 0,11 11-20 0,8-9-5 0,11 9 22 0,-20 0 5 0</inkml:trace>
  <inkml:trace contextRef="#ctx0" brushRef="#br0" timeOffset="24">8950 13324 50 0,'0'0'25'0,"0"0"-7"0,9 0-7 0,1 0-3 0,0 0-6 0,0-9-4 0,10 9-25 0,-10 0-31 0,0 0 31 0</inkml:trace>
  <inkml:trace contextRef="#ctx0" brushRef="#br0" timeOffset="25">1161 10398 5 0,'0'0'10'0,"0"-10"-7"0,10-1-2 0,-10-8 0 0,10-11 0 0,0 20-1 0,-10-9 1 0,10 19-1 0,-10 0 1 0,0 0 0 0,0 19 1 0,0 1-1 0,0 0 0 0,0-1 0 0,0 12 0 0,9-11-1 0,-9-2 0 0,0 3 1 0,10-1-1 0,0-10 2 0,0 0-2 0,0-10 0 0,20-10 0 0,0-11 2 0,-10-9-2 0,9 12 0 0,-19-2 1 0,10 0-2 0,0 9 1 0,-10 2 0 0,-10-1 0 0,0 29 1 0,0-8 0 0,0 9 1 0,0-11 0 0,0 12-1 0,0-2 0 0,10-9 0 0,0-1 0 0,0 2 0 0,0-1-1 0,9-10 1 0,-9 0 0 0,20 0-1 0,-10-21 0 0,1 12-1 0,7-12-1 0,-8 13 0 0,-9-2 1 0,8-1 0 0,-10 11 3 0,-9 11-1 0,0-1 0 0,0 19 1 0,0-9-1 0,0 9 1 0,0-8 0 0,0-1-1 0,11-2 1 0,-1-7-2 0,0-1 1 0,-10-10 0 0,10 10-1 0,0-20 1 0,0 0-2 0,-1-1 0 0,1-7-2 0,0 7-1 0,0 2 0 0,0-12 1 0,-10 21 1 0,10-9 0 0,-10 9 2 0,0 20-3 0,0-10-7 0,0 10 3 0,0-20-11 0</inkml:trace>
  <inkml:trace contextRef="#ctx0" brushRef="#br0" timeOffset="26">4614 10259 8 0,'0'0'3'0,"0"0"-1"0,-10 0-1 0,10 0 0 0,-10 19 2 0,0 12 2 0,0 18 0 0,0 1-1 0,10-1 0 0,0-9 0 0,0-10-2 0,0-11-1 0,10 2 0 0,0-2-1 0,10-19 0 0,10 0-3 0,-11-11-9 0,1 3-1 0,-10-2-3 0</inkml:trace>
  <inkml:trace contextRef="#ctx0" brushRef="#br0" timeOffset="27">4554 10259 11 0,'0'0'2'0,"-10"0"3"0,0 0 1 0,0 0 1 0,10 0-4 0,0 0 0 0,20 0-1 0,10 0-2 0,10 0-1 0,-11 0-7 0,1-11-5 0,0 11 7 0,-20 0-5 0</inkml:trace>
  <inkml:trace contextRef="#ctx0" brushRef="#br0" timeOffset="28">4574 10417 12 0,'0'0'3'0,"-10"11"5"0,0-11 1 0,-10 10 2 0,20-2-5 0,0-8-3 0,10 0 0 0,20 0-2 0,0 0-1 0,0 0-4 0,9 0-16 0,-9-8 2 0,-30 8 4 0</inkml:trace>
  <inkml:trace contextRef="#ctx0" brushRef="#br0" timeOffset="29">4743 10467 12 0,'0'0'2'0,"-9"0"0"0,9 0 1 0,0 0 4 0,0 0 10 0,19 0-11 0,0-10-3 0,2-9-3 0,-2-2 1 0,11 2 0 0,-20-11-1 0,10 9 1 0,-1-8-3 0,-9 10 2 0,0-11-3 0,0 0 0 0,-10 10 0 0,0-9 1 0,0 18 0 0,-10-8 1 0,0 8 0 0,-9 2 0 0,9 9 1 0,0 9 2 0,-10 12 2 0,10-1 3 0,-1 19 1 0,2-9-1 0,-1 20-1 0,10-21-1 0,0 10-2 0,0-8-1 0,10 7 0 0,-1-8-1 0,12-9-1 0,-1-2 1 0,9-19 0 0,-9 0 0 0,30 0-1 0,-30-9 0 0,10-1 0 0,-11-11-2 0,11 2 1 0,-20 8-1 0,0-7 1 0,0-2 1 0,-10 0 0 0,-10 9 0 0,0 11-1 0,0 0 2 0,-10 0-1 0,0 0 2 0,11 21 2 0,-11-2-1 0,10 2-1 0,10-2 0 0,0 0-2 0,0-8 1 0,20 9-1 0,-1-20 0 0,11 9-1 0,0-9-7 0,0-9-9 0,0 9-10 0,-1-10 1 0,-19 0 10 0</inkml:trace>
  <inkml:trace contextRef="#ctx0" brushRef="#br0" timeOffset="30">5090 10208 10 0,'0'0'3'0,"-10"0"-1"0,10 21 3 0,-10-11 1 0,20-1-1 0,0 12-4 0,20-12-1 0,-10 2-9 0,-1 9-1 0,-19-20-3 0</inkml:trace>
  <inkml:trace contextRef="#ctx0" brushRef="#br0" timeOffset="31">5239 10338 10 0,'0'0'3'0,"0"0"-1"0,0 0 3 0,-10 0 6 0,10 9 0 0,0 2-4 0,0 8-4 0,0 2-1 0,0-2-1 0,0 2-1 0,0-2 1 0,10-9-1 0,0-1 0 0,10 2 0 0,-11-1-1 0,11-10-2 0,-10-10-5 0,0 10-3 0,0-11-1 0,0 2 8 0,-10-12 3 0,0 3 1 0,0 7 0 0,0 2 1 0,0-1-1 0,0 10 1 0,0-10 1 0,0 10 3 0,10 0-4 0,0 0 0 0,10 10 0 0,-1-10 0 0,12 0 0 0,-12 0 1 0,-10 0 1 0,12 0 2 0,-11 0-2 0,10 0-1 0,-10-10-1 0,-1 10-1 0,-9-11 0 0,10 11-1 0,-10-9-2 0,-10-1 0 0,10 10 1 0,-9-11 2 0,-1 11-1 0,0 0 2 0,-10 0 1 0,10 0 3 0,-1 11 3 0,2-1 0 0,-1 10 0 0,10 0-2 0,0 0-4 0,0-10 1 0,19 9-2 0,2 0-1 0,9-8 0 0,-11-11-8 0,11 0-22 0,0 0-12 0</inkml:trace>
  <inkml:trace contextRef="#ctx0" brushRef="#br0" timeOffset="32">5794 10467 13 0,'0'0'2'0,"0"0"0"0,10 0 8 0,0 0 6 0,10 0-5 0,10 0-4 0,-20-10-4 0,20-1-2 0,-21-7-1 0,1 7 0 0,0 2 0 0,0-11-3 0,-10 9 0 0,-10 11-1 0,0-9 3 0,0-1 0 0,-9 10 1 0,-11 0 1 0,10 0 1 0,10 10 1 0,-10 10 0 0,10-10-1 0,10 0-1 0,0 10 0 0,10-2 0 0,0-7 0 0,10-1-1 0,0-1 1 0,0 2 0 0,9-11 0 0,-19 0 0 0,0 0 0 0,10 0-1 0,-10-11 1 0,-10-8-1 0,0 8 0 0,0-7-1 0,-10 7 1 0,10-8 0 0,0 9-1 0,0-1 0 0,0 2 0 0,0-1 0 0,0 10 0 0,10 0 2 0,-10 0-1 0,10 10 0 0,0-1 1 0,0 2 1 0,1 9 0 0,-2-11 1 0,-9 2 1 0,10-1 1 0,-1-2-1 0,-9 3-2 0,10-1-1 0,-10-10 0 0,10 0-1 0,1 0 1 0,-2 0-1 0,1-10-2 0,-1-1-1 0,2-7 1 0,-1 18 1 0,0-11 0 0,-10 11 1 0,10 0 1 0,-10 0 1 0,0 11 2 0,0-1-2 0,10 9 0 0,-10-9-1 0,0-1-1 0,10 2-1 0,-1-1 0 0,11-10 0 0,-10 0-8 0,10 0-12 0,0-10-7 0,0-1 6 0,0-8 11 0</inkml:trace>
  <inkml:trace contextRef="#ctx0" brushRef="#br0" timeOffset="33">6390 10199 6 0,'0'0'5'0,"0"0"-3"0,-10 0 1 0,0 0 8 0,0 0 5 0,0 20-1 0,0 9-3 0,10 1-1 0,-10 10-6 0,10-11-1 0,10 12-2 0,0-12 0 0,10 0-2 0,-10-8-1 0,10-1-9 0,-10-10-14 0,-1-10-13 0,1 0 15 0</inkml:trace>
  <inkml:trace contextRef="#ctx0" brushRef="#br0" timeOffset="34">6261 10208 21 0,'0'0'6'0,"0"0"15"0,20 0-5 0,9 0-2 0,11 0-6 0,10 0-5 0,-11 0-1 0,1 0-5 0,-10 0-22 0,-10 11-23 0,-20-11 33 0</inkml:trace>
  <inkml:trace contextRef="#ctx0" brushRef="#br0" timeOffset="35">6340 10368 20 0,'0'0'22'0,"0"0"-7"0,-10 0-3 0,0 0 1 0,10 0-8 0,10 0 0 0,10 0-4 0,10 0-2 0,0 0-7 0,9 0-20 0,-9 0-8 0,-20 0 16 0</inkml:trace>
  <inkml:trace contextRef="#ctx0" brushRef="#br0" timeOffset="36">6608 10021 15 0,'-10'0'3'0,"10"0"2"0,0 0 2 0,0 10 8 0,0 9-2 0,0 21-2 0,0 10-3 0,20 9-1 0,1-10-3 0,-12 2-3 0,1-3-1 0,-1 3-16 0,1-3 3 0,-10-18-4 0,0-9-1 0,0-11 11 0,0-10 0 0,0 0-4 0</inkml:trace>
  <inkml:trace contextRef="#ctx0" brushRef="#br0" timeOffset="37">6618 10398 9 0,'0'0'6'0,"-10"-30"-3"0,10 9 3 0,-10-8 9 0,10 10 0 0,0-2-4 0,10 12-3 0,10-1-5 0,0-1-2 0,9 11-2 0,1 0-6 0,-11 0-20 0,12 11 1 0,-31-11 10 0</inkml:trace>
  <inkml:trace contextRef="#ctx0" brushRef="#br0" timeOffset="38">6796 10377 13 0,'0'0'3'0,"0"0"0"0,-9 0 6 0,9 0 6 0,0 11 17 0,0-1-23 0,9 9-3 0,-9 2 1 0,10-2-2 0,0-9-3 0,0 10-1 0,0-10-1 0,0-10 1 0,10 0 0 0,-10 0-2 0,0-10-3 0,0-1-3 0,0-8-1 0,0 0 1 0,-1-2 3 0,-9 12 3 0,0-1 1 0,0 0 2 0,0 10 2 0,-9 0 3 0,9 10 1 0,0 9-2 0,0-8-2 0,0 7-2 0,0 3-1 0,9-12 0 0,1 12-1 0,10-11 0 0,0-1-10 0,-10-9-20 0,10 0-13 0,0 0 16 0</inkml:trace>
  <inkml:trace contextRef="#ctx0" brushRef="#br0" timeOffset="39">7104 10476 16 0,'0'0'6'0,"0"0"0"0,0 11 6 0,0-11 11 0,0 0-17 0,20 0-2 0,-10 0 0 0,0-11-1 0,0 11-1 0,10-19-1 0,-11 19-1 0,1-11-3 0,-10 3-2 0,0-2-2 0,0-1 0 0,-10 11 0 0,-9-9 4 0,-1 9 3 0,0 0 3 0,0 9 2 0,0 12 6 0,10-13-5 0,-10 3 4 0,20 8-6 0,-9 2-1 0,18-11-2 0,1-1 0 0,0 2-1 0,0-1 1 0,10-10-1 0,0 0-1 0,0 0-7 0,0-21-12 0,-1 2-10 0,1-2 11 0,0-9 12 0,-20 30-4 0</inkml:trace>
  <inkml:trace contextRef="#ctx0" brushRef="#br0" timeOffset="40">7253 10229 12 0,'0'0'2'0,"-10"-10"1"0,0 10 4 0,0-11 10 0,0 11 1 0,0 0-3 0,0 21-2 0,0 9-5 0,10 0 0 0,0-1-1 0,0 0 0 0,10 1-1 0,20 1-2 0,-10-1-1 0,-10-11-1 0,20 0-2 0,-20 2 1 0,9-2-2 0,2-19-1 0,-12 0-5 0,10 0-3 0,-8-9-1 0,-1-11-1 0,0 0 3 0,0 10 5 0,-10-19 3 0,0 18 2 0,0 2 1 0,-10 9 4 0,10 0 5 0,-10 20-1 0,10-2 0 0,-10 3-3 0,10 9-2 0,10-11-4 0,0-8 0 0,10 8-2 0,-1-8 1 0,11-11-6 0,0-11-17 0,-10 2-17 0,10-12-2 0,-11 12 24 0</inkml:trace>
  <inkml:trace contextRef="#ctx0" brushRef="#br0" timeOffset="41">7501 10248 19 0,'0'-9'14'0,"-20"-1"-6"0,10 0 1 0,0-1-8 0,10 2-12 0,10 9-12 0,-10 0 6 0</inkml:trace>
  <inkml:trace contextRef="#ctx0" brushRef="#br0" timeOffset="42">7709 10557 30 0,'0'0'18'0,"0"-11"-15"0,0 11 8 0,0-9-2 0,0-1-5 0,10-10-3 0,-10 10 0 0,0 0 1 0,-10-1-1 0,10-8 0 0,-10 8 1 0,-9 3-1 0,-1 8 0 0,0 0 2 0,0 8 1 0,0 3 0 0,10 8 0 0,0-8 0 0,0 9-2 0,10-11-1 0,0 12-1 0,10-12 0 0,0 2 0 0,10-1 1 0,-10-10-2 0,10 0-1 0,10-10-5 0,-11-10-2 0,1-1-2 0,-10 2-3 0,10 9 3 0,-10-10 3 0,0 10 5 0,-10-9 4 0,0 19 3 0,0-10 7 0,0 28 17 0,0-7-20 0,0-1-2 0,0 10-3 0,0-10 0 0,10 0-2 0,0-1 1 0,0-9-2 0,0 0 1 0,9 0-4 0,1 0-5 0,0-9-6 0,-10-11-2 0,10 9 5 0,-10 2 7 0,-10-1 3 0,11-1 7 0,-11 11 8 0,-11 0 16 0,11 21-20 0,0-12-3 0,0 2-3 0,0-1-1 0,0 9-1 0,11-19-2 0,8 11 1 0,0-11-3 0,-9 0-6 0,10 0-14 0,-10 0-13 0,10-20-6 0,-10 10 19 0</inkml:trace>
  <inkml:trace contextRef="#ctx0" brushRef="#br0" timeOffset="43">8017 10100 21 0,'0'0'10'0,"0"0"0"0,0 20 7 0,0 20 0 0,10-10-1 0,0 9-5 0,0 1-7 0,0 0-2 0,-1-2-4 0,1 3-16 0,-10-1-16 0,0-1-1 0,0-30 16 0</inkml:trace>
  <inkml:trace contextRef="#ctx0" brushRef="#br0" timeOffset="44">7968 10309 25 0,'0'0'10'0,"9"0"1"0,1 0 7 0,20 0-1 0,-10 0-10 0,19 0-5 0,-9 0-3 0,0 0-22 0,0 9-43 0</inkml:trace>
  <inkml:trace contextRef="#ctx0" brushRef="#br0" timeOffset="45">5229 10765 10 0,'0'0'2'0,"-10"0"0"0,10 10 2 0,0-1 6 0,-10 21 1 0,10 20-4 0,0-10-4 0,10-10 0 0,-10 9-3 0,10 0 1 0,0-8-2 0,-10-11-5 0,10-2-12 0,-10-7 5 0,0-1-2 0</inkml:trace>
  <inkml:trace contextRef="#ctx0" brushRef="#br0" timeOffset="46">5030 11052 11 0,'0'0'3'0,"10"0"-3"0,10-9 2 0,10-1 2 0,10 0-1 0,9-10-1 0,-9-1-3 0,0 12-6 0,-11 9 2 0,-19 0-7 0</inkml:trace>
  <inkml:trace contextRef="#ctx0" brushRef="#br0" timeOffset="47">5626 11052 10 0,'0'0'4'0,"0"0"-3"0,10-9 2 0,0-1 4 0,-1 0 1 0,11-1-4 0,-10 2-3 0,0-12-2 0,-10 12 0 0,0-1-1 0,0 0-3 0,0 1 0 0,-10-1 4 0,-10 10 2 0,1 0 1 0,-1 0 1 0,0 19 1 0,0-9 0 0,0 9 0 0,10 11 1 0,-10-9-1 0,20-11-2 0,0 10-1 0,10-20 0 0,0 10-2 0,20-10-3 0,-10-21-7 0,10 2-7 0,-1-2 11 0,-19 12-5 0</inkml:trace>
  <inkml:trace contextRef="#ctx0" brushRef="#br0" timeOffset="48">5705 10636 12 0,'0'0'2'0,"-10"-10"0"0,0 10 3 0,0 0 1 0,10 19 2 0,-10 2 0 0,10 18 0 0,0 0 0 0,10 1-1 0,0 1-1 0,10 8-1 0,0-10 0 0,0-8-2 0,0-2-2 0,-1-20 0 0,1 2 0 0,0-1-1 0,0-10 1 0,0-10-2 0,0-10-2 0,0 0-2 0,-11 1 0 0,1-11 0 0,-10 9 3 0,0 2 1 0,0 9 2 0,-10-10-1 0,1 20 2 0,-1 0 1 0,-10 9 3 0,10 12 0 0,10-2-3 0,-10 2 1 0,10-1 0 0,10 0-3 0,10-1 0 0,9-9 0 0,1-1-6 0,0-9-17 0,1 0-21 0,-12 11 14 0</inkml:trace>
  <inkml:trace contextRef="#ctx0" brushRef="#br0" timeOffset="49">6251 10775 12 0,'0'0'5'0,"-10"-10"-2"0,-10 10 7 0,10 0 5 0,0-10-7 0,0 10-6 0,10-11-2 0,0 11 0 0,10-9 0 0,10 9 1 0,10 9-2 0,-10-9 0 0,-1 11 0 0,-9 9 0 0,10 0 0 0,-20-10 1 0,0 10 1 0,0-11 0 0,-10 11 1 0,-10-10 1 0,11 0-1 0,9-1-1 0,-10-9-1 0,20 11 0 0,-1-11 0 0,21 0 0 0,10 10 0 0,-20-1 0 0,19 2 1 0,-9 9 0 0,-10-1-1 0,10 0 0 0,-30 2 2 0,0-1 1 0,-10 0 1 0,-20 0 0 0,10-10-2 0,-9-2 0 0,9-8-1 0,0-8-1 0,0-13-2 0,10 2 0 0,0-2-3 0,10 2 1 0,10 8 0 0,10-8-1 0,0 0 1 0,0 9 0 0,9 0 0 0,1-10 0 0,-10 20 1 0,10-10 2 0,-10-10 1 0,-1 10 4 0,1 0 1 0,-10-10-1 0,10 11-1 0,-10-2 2 0,-10 11 1 0,0 0-2 0,-10 0-1 0,-10 0 2 0,10 20 1 0,-10 0 1 0,1-10-1 0,9 9-1 0,0 11-3 0,0-9 1 0,10-2-3 0,20 1 0 0,0 0 1 0,9-1-1 0,1-8-1 0,11-1 0 0,-22-10-1 0,10-10-1 0,10-10 0 0,-18-1 1 0,-11 12 0 0,-10-20 0 0,0-2 3 0,-10 1 0 0,0 1 0 0,-20 9 0 0,10 0 0 0,0 11 0 0,1-1-2 0,-1 10-5 0,10 0-35 0,0 19 7 0,10-19 23 0</inkml:trace>
  <inkml:trace contextRef="#ctx0" brushRef="#br0" timeOffset="50">6995 11043 20 0,'0'0'5'0,"0"9"-3"0,0-9 13 0,10 0 1 0,0 0-6 0,-10-9-6 0,10 9-2 0,0-10-2 0,-10-11 1 0,10 2-1 0,-10 8 0 0,0-8 0 0,-10 0-1 0,0 9 1 0,0 0 0 0,-10-1-1 0,-10 2 2 0,10 9-1 0,0 0 2 0,1 20 2 0,-1-10 1 0,0 9 2 0,10-9-5 0,0 9 0 0,10 2-2 0,10-12 1 0,10 2-1 0,10-1 0 0,-11-10-2 0,11 0-1 0,0 0-1 0,-10-10-3 0,0-10-2 0,0 10 0 0,-11-1 2 0,-9 2 3 0,0-11 3 0,0 11 1 0,-9-1 2 0,-1 10 3 0,-10 0 0 0,10 10 2 0,0-10 0 0,0 9-1 0,0 11 0 0,10 0-2 0,0-10-2 0,10 10 0 0,0-10-1 0,10 0 1 0,0-1-1 0,-10 2 2 0,9-11-2 0,-9 10 1 0,10-10-1 0,-10-10-2 0,0-10-1 0,10 10-3 0,-10-11-1 0,0 2 1 0,-10-1 3 0,10 10 1 0,0-9 0 0,-10 9 1 0,9 0 0 0,-9 10 3 0,10 0 3 0,-10 10 0 0,10 9-3 0,-10-9 1 0,10 0-1 0,0-1 0 0,0 2 1 0,0-1-2 0,0-1 0 0,0-9-1 0,1 0 0 0,8 0-1 0,-10 0-1 0,1-9-2 0,11-1-2 0,-12-10-3 0,1 10 5 0,-1-9 2 0,2 9 2 0,-11 10-1 0,0-10 4 0,0 20 3 0,0 0-1 0,0-1-1 0,10 1-3 0,-10 9 1 0,10-8-1 0,0-1-1 0,0-1-1 0,0-9 1 0,9 11 0 0,-9-11-1 0,10-11-1 0,0 2 2 0,-10-1-3 0,10-1 1 0,-10-8-2 0,0 0 1 0,0 9 2 0,-10 0 0 0,0-1 0 0,0 2 1 0,0-1-1 0,0 10-1 0,9 0 1 0,-9 19 0 0,20-8 2 0,0 9-2 0,0-11-1 0,0 11 1 0,0-11-1 0,-10 2 1 0,0 8 1 0,-10-19 1 0,-10 11 1 0,0-1 0 0,0-10-1 0,-10 0-1 0,10 0 0 0,10 0-2 0,-10 0-2 0,10-10-10 0,0 10-16 0,0-11-20 0,10 11 4 0</inkml:trace>
  <inkml:trace contextRef="#ctx0" brushRef="#br0" timeOffset="51">7799 10993 23 0,'0'0'8'0,"0"0"17"0,10 0-7 0,-1 0-5 0,1 0-8 0,0-11-4 0,10 11-3 0,-10 0-17 0,0 0-32 0</inkml:trace>
  <inkml:trace contextRef="#ctx0" brushRef="#br0" timeOffset="52">6290 11311 15 0,'-9'0'4'0,"-1"0"2"0,10-10 4 0,-10 10-3 0,10 0-6 0,0-10-1 0,20 10 0 0,-1-11 0 0,1 11 0 0,0 0 0 0,0 0 0 0,-10 0 0 0,0 11 0 0,0-11 2 0,-10 10 2 0,0 9 0 0,-10-8 0 0,0-2 1 0,0 0-1 0,-10 2 0 0,10-1-3 0,10-1 0 0,0-9-1 0,0 11 0 0,20-11 0 0,-10 10 0 0,20-10 0 0,-10 10-1 0,-1 10 1 0,-9-10 0 0,0 10 1 0,0-11 0 0,-10 0 0 0,-10 12 3 0,-10-2 0 0,1-8 2 0,-1-1-1 0,0-1-2 0,-10-9 0 0,10 0-2 0,10 0-1 0,-10 0-1 0,20-9-6 0,0 9-9 0,0-10-13 0,10-1-1 0,0 11 13 0</inkml:trace>
  <inkml:trace contextRef="#ctx0" brushRef="#br0" timeOffset="53">6519 11280 18 0,'0'0'6'0,"-10"0"2"0,10 0 7 0,-10 0-3 0,10 0-9 0,0 0 0 0,0 11-2 0,10-1 0 0,0-10-1 0,10 19 0 0,-1-8 0 0,1 7 1 0,0-7-2 0,0 8 0 0,1 2 0 0,-2-2 1 0,-19-8 1 0,9 8 1 0,-18-8 1 0,-1-2 1 0,1 0 1 0,-12-9-2 0,1 0 0 0,0 0-4 0,10-9-4 0,0 0-10 0,10-11-15 0,0 10 9 0,0 10 7 0</inkml:trace>
  <inkml:trace contextRef="#ctx0" brushRef="#br0" timeOffset="54">6519 11231 21 0,'0'0'16'0,"-10"0"3"0,10 0-3 0,0 0-1 0,20-10-5 0,-1 10-5 0,21-11-3 0,0 11-4 0,-10-8-10 0,-1 8-29 0,-9 0 4 0,-10 0 25 0</inkml:trace>
  <inkml:trace contextRef="#ctx0" brushRef="#br0" timeOffset="55">6916 11440 67 0,'0'0'33'0,"0"0"3"0,-10 0-16 0,10 0-10 0,-10 0-5 0,10 0-3 0,-10 0-2 0,10 0-2 0,-10 0-13 0</inkml:trace>
  <inkml:trace contextRef="#ctx0" brushRef="#br0" timeOffset="56">6390 10557 8 0,'0'0'4'0,"0"0"-1"0,-10 0-1 0,10 0-1 0,0-11 1 0,-10 11 2 0,10 0 1 0,0-9 2 0,0 9 0 0,0 0-3 0,10 0 9 0,-10 9-11 0,20-9 0 0,-1 0 0 0,1 0-1 0,10 0 0 0,0 0-1 0,-10 0-1 0,0 0-14 0,-11 11-18 0,-9-11 14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8-03T14:15:53.937"/>
    </inkml:context>
    <inkml:brush xml:id="br0">
      <inkml:brushProperty name="width" value="0.05292" units="cm"/>
      <inkml:brushProperty name="height" value="0.05292" units="cm"/>
      <inkml:brushProperty name="color" value="#FF8000"/>
      <inkml:brushProperty name="antiAliased" value="0"/>
    </inkml:brush>
  </inkml:definitions>
  <inkml:trace contextRef="#ctx0" brushRef="#br0">3115 5784 10 0,'0'0'2'0,"0"0"2"0,-9-10-1 0,-1 10 1 0,0 0 0 0,0 20-1 0,0 10 1 0,-20 19 2 0,0 1 1 0,-9 20 2 0,29-1-5 0,10-19-3 0,0-11-2 0,10-9 2 0,19 0 0 0,-9-10-2 0,10 0-2 0,0-11-11 0,0-9-6 0,-21 9 2 0</inkml:trace>
  <inkml:trace contextRef="#ctx0" brushRef="#br0" timeOffset="1">3274 5864 16 0,'0'9'5'0,"0"1"-2"0,-10 0 4 0,10 20 3 0,0 10-2 0,0-2-5 0,0-8 0 0,10 10-2 0,0-10-1 0,-10-1-2 0,10 2-3 0,-10-22-11 0,10 2 0 0,-10-1-1 0</inkml:trace>
  <inkml:trace contextRef="#ctx0" brushRef="#br0" timeOffset="2">3383 5893 3 0,'0'0'2'0,"-10"20"26"0,10-1-25 0,0 12-1 0,0 7 1 0,10-8-1 0,0 10-1 0,-10-10-1 0,10-1-1 0,0-8 1 0,-10 9-3 0,10-11-3 0,-10-8-9 0,10-1 5 0,-10-10 1 0</inkml:trace>
  <inkml:trace contextRef="#ctx0" brushRef="#br0" timeOffset="3">3215 6062 13 0,'0'0'3'0,"-10"0"8"0,0 0-5 0,0 0 3 0,10 0 2 0,20 0-3 0,0 0-5 0,9 0-3 0,11-10-2 0,-10 10-12 0,19-10-10 0,-29 10 0 0</inkml:trace>
  <inkml:trace contextRef="#ctx0" brushRef="#br0" timeOffset="4">3551 6161 9 0,'0'0'3'0,"0"0"7"0,11 0 1 0,-1-10-5 0,0 0-2 0,10-9-2 0,-10 9-1 0,-1-1-1 0,-9-8 0 0,0 8-5 0,0 11-2 0,-19-9 2 0,-1 9 2 0,0 0 2 0,-10 9 1 0,10 12 1 0,0 9 4 0,1-11-1 0,-1 1 0 0,10 0-2 0,10-10 0 0,10 10 0 0,10-20-1 0,-1 10-1 0,12-20 1 0,8 10-1 0,-9-20 0 0,-1 10 1 0,1-10-1 0,-10 0-1 0,0 1 0 0,-10 9 0 0,-10-10 1 0,10-1 1 0,-10 2-1 0,0 9 0 0,0-1 0 0,0 2 1 0,0-1 0 0,10-1 1 0,-10 11 0 0,10 0 1 0,0 11 3 0,-1-1-1 0,1 10 0 0,-10 0 0 0,10 10-1 0,0-21-1 0,-10 12-1 0,10-2 1 0,0-9-1 0,0 0-2 0,10-10 2 0,-10 0 1 0,0 0-2 0,0-10 0 0,9 0 0 0,-9-1-1 0,0-7 1 0,10 7-2 0,-10-8 1 0,0 8 0 0,0 2 0 0,0-1 1 0,-10 0-3 0,0-1 3 0,0 11-1 0,0-9 0 0,0 9 1 0,-10-10-1 0,10-1 1 0,-10 3-2 0,10 8 2 0,-10-10-1 0,10 10 0 0,0 0 0 0,0 0 0 0,10 10 0 0,-10 9 0 0,20-9 0 0,-10 10-1 0,10 0 1 0,-1 0-1 0,-9-1-4 0,0 2 4 0,0-13 1 0,0 3 0 0,-10-1 1 0,0 0-1 0,-10-10 3 0,0 0-3 0,-10 0 2 0,1 0-2 0,-1 0-1 0,0 0-3 0,10 0-17 0,0 0-17 0,0 0 4 0</inkml:trace>
  <inkml:trace contextRef="#ctx0" brushRef="#br0" timeOffset="5">3631 6200 9 0,'0'0'3'0,"0"-9"2"0,10-1 2 0,-10-1-2 0,0 2-1 0,0-1 0 0,0 0 0 0,0-9-1 0,-10-2 1 0,10 12 2 0,-10-1 1 0,-9-1-1 0,-1 2 0 0,0 18 1 0,-10 2 0 0,10 8-1 0,-9 2 0 0,10-2-5 0,-2 1 0 0,21 10 0 0,-10-10 0 0,20 0-1 0,11-11 0 0,-2 2 0 0,10-11-1 0,-9 0 2 0,10 0-1 0,-10-20 0 0,10 10 0 0,-21-11 0 0,1 2 1 0,-10-11-2 0,0 20 0 0,-10-9-1 0,1-2-4 0,9 12-3 0,-10-1-15 0,10-1-10 0,-10 2 7 0</inkml:trace>
  <inkml:trace contextRef="#ctx0" brushRef="#br0" timeOffset="6">4425 6071 6 0,'0'0'5'0,"10"-9"-2"0,-10-11-1 0,0 0 2 0,10-1 2 0,-10 3 1 0,0-2 0 0,0 10 0 0,0-11 1 0,0 12 1 0,0 9-3 0,0 0 0 0,-10 20 1 0,10 9-2 0,0 0-2 0,-10 12 0 0,10-1-2 0,0-21 0 0,10 21-1 0,0-30-1 0,10 9 1 0,0-19-1 0,9 0-2 0,1-9-13 0,-10-22-12 0,0 13 0 0,-10 7 9 0</inkml:trace>
  <inkml:trace contextRef="#ctx0" brushRef="#br0" timeOffset="7">4385 5902 21 0,'-9'0'8'0,"9"0"4"0,-10 0-9 0,29 0 11 0,1 0-4 0,20-9-6 0,0-1-2 0,-11 0-2 0,11 1-4 0,-10 9-15 0,-10-10-9 0,-10 10 5 0</inkml:trace>
  <inkml:trace contextRef="#ctx0" brushRef="#br0" timeOffset="8">4385 6062 18 0,'0'0'5'0,"0"0"3"0,-9 9-4 0,9-9 4 0,19 0-1 0,11 0-4 0,0 0-2 0,10-9-2 0,9-1 0 0,-19 0-3 0,10-1-4 0,-1 2 0 0,-9-1 2 0,-10-1 4 0,11 3 1 0,-22-2 2 0,1 10 1 0,-1 0 2 0,-9 0 32 0,-9 18-31 0,9 3-1 0,0-1 0 0,0 9-2 0,0-18 0 0,0 8-1 0,0-8 0 0,0 7 0 0,0-18-2 0,0 11 3 0,0-11-4 0,0 0-2 0,0-11-3 0,0-7-2 0,-10-2-3 0,10-1 2 0,0-8 1 0,-9 9 5 0,-2-1 0 0,11 3 2 0,-10 7-1 0,0-8-2 0,10 19 1 0,0 0-2 0</inkml:trace>
  <inkml:trace contextRef="#ctx0" brushRef="#br0" timeOffset="9">4653 5893 10 0,'0'0'4'0,"-10"0"0"0,-9 0 4 0,9-10 4 0,-10 10-2 0,20 0-6 0,0-10-1 0,20 10 4 0,9-9-3 0,11 9-1 0,11-10-1 0,-13 10-2 0,-8-10 0 0,0 10-2 0,-10 0-16 0,-10 0-12 0,-10 10 13 0</inkml:trace>
  <inkml:trace contextRef="#ctx0" brushRef="#br0" timeOffset="10">4653 6191 16 0,'0'0'4'0,"10"0"7"0,0 0 5 0,10 0 2 0,-10 0-7 0,21 0-5 0,-12 0-3 0,0 0-4 0,2 0 2 0,7 0-2 0,-7 0-7 0,-1 0-10 0,0-10 4 0,9 10-8 0,-9-11 13 0,0-8 2 0,-10 19 1 0</inkml:trace>
  <inkml:trace contextRef="#ctx0" brushRef="#br0" timeOffset="11">5020 5963 5 0,'0'0'5'0,"-9"-10"-2"0,-1 10 0 0,0-10 2 0,0-1 2 0,0 11-1 0,0 0 1 0,0 11-2 0,0 9 1 0,10 0-2 0,0 9 0 0,0-10 0 0,0 12-3 0,0-11 1 0,10-1-1 0,-10 2-1 0,10-13 2 0,-10 3-2 0,10-11 0 0,-10 0-2 0,0 0-2 0,0-11-2 0,-10-7 0 0,10-2 3 0,0-10 1 0,-10 10 2 0,10 0 0 0,-10-1 0 0,10 3 0 0,0 7 0 0,0 11 0 0,10-9 2 0,0-1-1 0,10 10-1 0,0 0 0 0,-1 0 0 0,1-10 1 0,0 10-1 0,-10 0 0 0,10 0 0 0,-10-11 0 0,-10 11-1 0,10 0 3 0,-20 0 4 0,10 11-4 0,-10-11 0 0,10 10 0 0,0-10-1 0,-10 0 0 0,10 0-1 0,0 0 1 0,0 0-26 0</inkml:trace>
  <inkml:trace contextRef="#ctx0" brushRef="#br0" timeOffset="12">4951 5993 6 0,'0'0'3'0,"0"0"1"0,-10-10-2 0,10 10 1 0,-10 0 1 0,10-11-1 0,0 22 4 0,0 7-3 0,0 12-2 0,0 1 2 0,10-1-2 0,-10-10-1 0,10 9 1 0,-10-9 2 0,0-11 0 0,0 2 0 0,10-1-1 0,-10-10 1 0,0-10-2 0,0-1 1 0,0-8-3 0,0-2 0 0,0-8 0 0,0-1 0 0,0 11 0 0,0-11 0 0,0 1 0 0,-10-1-1 0,10 10 2 0,0-10-1 0,-10 10 0 0,10 0 1 0,0 1-1 0,-10 9 0 0,10-1 1 0,0 11 0 0,0 11 2 0,0-1 1 0,0 9 0 0,10 1 0 0,10 10 1 0,0-10 0 0,0 0-1 0,9-11 1 0,-9 12-3 0,10-2 1 0,0-9-2 0,-10-1 0 0,-1 12 0 0,1-11-2 0,-10-1 1 0,0-9-6 0,0 11-9 0,-10-11-9 0,0 10-10 0,0-10 12 0</inkml:trace>
  <inkml:trace contextRef="#ctx0" brushRef="#br0" timeOffset="13">5189 5883 10 0,'0'0'2'0,"0"0"1"0,-10-10 2 0,10 1 5 0,0 9 5 0,0 0-1 0,0 9 8 0,0 20-15 0,0 1 0 0,0 10-1 0,10 0-1 0,0-10-3 0,-10-1-1 0,10 12-1 0,-10-23 0 0,0 3-9 0,10-11-22 0,0-10-11 0,0 9 15 0</inkml:trace>
  <inkml:trace contextRef="#ctx0" brushRef="#br0" timeOffset="14">5417 5754 9 0,'0'0'3'0,"0"0"-2"0,0 0 5 0,0-9-1 0,0 9 0 0,11 0 2 0,-2 9-1 0,10 21 0 0,12 0 0 0,-11 10 1 0,-1 8-4 0,1 3 1 0,-10-3-3 0,0 3 0 0,-10-11 1 0,0-2-2 0,-10-7 1 0,-10-11-2 0,10-1-9 0,-9-8-18 0,9-1-6 0</inkml:trace>
  <inkml:trace contextRef="#ctx0" brushRef="#br0" timeOffset="15">4099 6835 2 0,'0'0'1'0,"9"0"0"0,10-9 0 0,21 9 0 0,-10 0-1 0,20 0-2 0,-50 0-2 0</inkml:trace>
  <inkml:trace contextRef="#ctx0" brushRef="#br0" timeOffset="16">4405 6816 5 0,'0'10'3'0,"-10"-10"0"0,-9 0-1 0,-11 0-1 0,0 0 1 0,-10 0 1 0,11 0 0 0,-11 0 1 0,0 0 0 0,0 0 2 0,1 0 1 0,9 0 0 0,10 0 0 0,0 0-1 0,20 0-3 0,0 0-1 0,20 0 2 0,20 0-3 0,9-10 0 0,31 10 0 0,-21 0-1 0,1 0 1 0,9 0-1 0,-9 0 0 0,-1 0 0 0,-19 0 0 0,-10 0 0 0,0-11-1 0,-10 11-4 0,-1-9-14 0,-9 9-1 0,0-10 6 0,-10 10 6 0</inkml:trace>
  <inkml:trace contextRef="#ctx0" brushRef="#br0" timeOffset="17">5130 6567 12 0,'0'0'1'0,"0"0"1"0,-10 0 1 0,10-9 1 0,-10-1 2 0,10 10 0 0,-10-11-3 0,10 2-1 0,0-1 0 0,10 0 1 0,0 1 0 0,0 9-1 0,0-10 1 0,-10 10-2 0,9 10 0 0,1-1-1 0,0 1 2 0,-10 9-2 0,0 11 2 0,0-19-2 0,-10 9 1 0,10 0-2 0,-10-2-1 0,10-7-6 0,0 8-9 0,0-8 3 0,0-11-3 0</inkml:trace>
  <inkml:trace contextRef="#ctx0" brushRef="#br0" timeOffset="18">5189 6816 11 0,'0'0'3'0,"0"0"3"0,-10 0 1 0,0 10 6 0,10-10-3 0,-10 0-3 0,10 0-5 0,10 0-24 0,0-10-3 0,-10 10 13 0</inkml:trace>
  <inkml:trace contextRef="#ctx0" brushRef="#br0" timeOffset="19">5269 6537 14 0,'0'0'5'0,"-10"0"-1"0,10-9 2 0,-10 9 0 0,10-10-5 0,0 0 0 0,10 10-1 0,9-9 0 0,-9 9 0 0,0 0 0 0,10 0 1 0,-10 0 0 0,0 9 0 0,0 11 0 0,-10 0 1 0,0-1 0 0,0 2 0 0,0-11 0 0,-10 10 0 0,0-2-1 0,10 3-1 0,0-12-1 0,0 2-3 0,0-1-11 0,0 0-1 0,10-10 0 0</inkml:trace>
  <inkml:trace contextRef="#ctx0" brushRef="#br0" timeOffset="20">5407 6816 14 0,'0'0'11'0,"0"0"4"0,0 0 8 0,-10 0-5 0,10 0-7 0,-9 0-3 0,9 0-3 0,0 0-2 0,0 0-2 0,0 0-110 0</inkml:trace>
  <inkml:trace contextRef="#ctx0" brushRef="#br0" timeOffset="21">14932 14218 255 0,'0'-10'0'0,"10"-20"0"0,1-10 0 0,-2 21 0 0,-9 19 0 0,-20 19 0 0,-9 11 0 0,10 10 0 0,-2 0 0 0,11-11 0 0,0-9 0 0,10-20 0 0,-10 0 0 0,0-20 0 0,10-1 0 0,-10 13 0 0,10-2 0 0,0-10 0 0,0 0 0 0,0 9 0 0,0-8 0 0,0 8 0 0,0 2 0 0,10 18 0 0,-159 607 0 0,159-635 0 0,0-1 0 0,10 0 0 0,-20 20 0 0,10-10 0 0,-10 10 0 0,10-11 0 0,-10 2 0 0,0 9 0 0,10-10 0 0,0 10 0 0,-20-10 0 0,10-1 0 0,-10 11 0 0,10-9 0 0,10 9 0 0,-10-9 0 0,-10 9 0 0,10-11 0 0,-10 11 0 0,20 11 0 0,0-2 0 0,0 0 0 0,-10 2 0 0,0-1 0 0,-10-10 0 0,10 10 0 0,0-1 0 0,0 2 0 0,-10-1 0 0,20-10 0 0,-10-10 0 0,10 10 0 0,0-11 0 0,0 22 0 0,-20-11 0 0,0 10 0 0,0-10 0 0,0 9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8-03T14:15:53.959"/>
    </inkml:context>
    <inkml:brush xml:id="br0">
      <inkml:brushProperty name="width" value="0.05292" units="cm"/>
      <inkml:brushProperty name="height" value="0.05292" units="cm"/>
      <inkml:brushProperty name="color" value="#FF8000"/>
      <inkml:brushProperty name="antiAliased" value="0"/>
    </inkml:brush>
  </inkml:definitions>
  <inkml:trace contextRef="#ctx0" brushRef="#br0">8275 1944 11 0,'-10'0'4'0,"0"0"-2"0,-20 20-2 0,0 0 1 0,1 10 3 0,-1 10 1 0,0 19-1 0,10-10-1 0,20 31-1 0,0-20 0 0,30-11-1 0,0 1 0 0,-10-1-1 0,9-29 0 0,1 10 0 0,-10-10 0 0,-10-11-7 0,10 2-7 0,-10-1-5 0</inkml:trace>
  <inkml:trace contextRef="#ctx0" brushRef="#br0" timeOffset="1">8503 2242 14 0,'0'0'6'0,"0"0"-1"0,0 0 4 0,0 0 0 0,0 0-4 0,0-21-2 0,0-9 0 0,0 1-2 0,0-11 0 0,20 1 0 0,-10-21 0 0,10-10 1 0,-10 11-1 0,-1-11-1 0,1 41 1 0,0 20 0 0,-10 9 1 0,11 9 2 0,-11 20 0 0,9 41-2 0,-9 10-3 0,10-20 1 0,10-11 0 0,-10 1-2 0,0-10-5 0,0-22 1 0,-10 3-7 0,10-12-2 0,-10 2 2 0,10-11-5 0</inkml:trace>
  <inkml:trace contextRef="#ctx0" brushRef="#br0" timeOffset="2">8473 2143 14 0,'0'0'3'0,"-10"0"3"0,0 0 0 0,1 10 2 0,18-10 0 0,11 0-3 0,30-20-4 0,9 9-1 0,-10-8-9 0,-8 19-10 0,-12-11-4 0</inkml:trace>
  <inkml:trace contextRef="#ctx0" brushRef="#br0" timeOffset="3">8801 2103 15 0,'0'0'5'0,"-10"0"-1"0,0 0 5 0,0 0 0 0,10 19 0 0,0 12-5 0,0 7-3 0,20 3 0 0,10 29-1 0,-1-1-4 0,-9-19-1 0,-10-12 1 0,0-8 2 0,-10-9 1 0,0-11 1 0,0-1 0 0,-20-9-1 0,0-19 0 0,0-2 1 0,1-9 1 0,-1-8 1 0,0 7 0 0,10-8-1 0,-10 8-1 0,20 2 0 0,0-10-3 0,20 19-9 0,0-10-3 0,-20 30 0 0</inkml:trace>
  <inkml:trace contextRef="#ctx0" brushRef="#br0" timeOffset="4">8959 1935 20 0,'-9'0'17'0,"-11"-11"-4"0,10 11-2 0,-10-9-3 0,10 9-8 0,0 0-4 0,10 0-10 0,0 0-11 0,0 9 2 0</inkml:trace>
  <inkml:trace contextRef="#ctx0" brushRef="#br0" timeOffset="5">8979 2221 18 0,'0'0'8'0,"0"-9"-5"0,0-1 3 0,10-1-2 0,0-7-2 0,0 7-1 0,0-8 0 0,0-2-1 0,-10 12-1 0,0-12 0 0,-20 12 0 0,10-1 0 0,0 10-1 0,-10 0 2 0,1 19-1 0,-1-8 1 0,10 8 1 0,0 2 1 0,10-2-1 0,0-8 1 0,10-1-1 0,10 9 0 0,-10-19-1 0,19 10 1 0,1-10-1 0,-10 0 1 0,0-10 0 0,-10-1 0 0,0 3-1 0,0-2 0 0,-10-10 0 0,9 0 0 0,-9 9-1 0,0-8 1 0,0-1 1 0,10 20-1 0,-10-10 2 0,0 10 2 0,0 0 3 0,0 19-1 0,0-8-3 0,10-1 0 0,-10 10-1 0,10-10-1 0,0 0 1 0,0-1-1 0,0 2 1 0,10-11-2 0,-9 0 1 0,8 0-1 0,-10 0-1 0,11 0 2 0,-9-11-2 0,-2 2-1 0,1-1 1 0,-10 10 0 0,0 0 1 0,0 0 2 0,0 10 1 0,0-1-1 0,0 12-1 0,0-13-1 0,0 3 1 0,9-1-1 0,2-1-1 0,19-9-1 0,-10-9-12 0,-1-12-17 0,1 3 7 0,-20 7 10 0</inkml:trace>
  <inkml:trace contextRef="#ctx0" brushRef="#br0" timeOffset="6">9426 1835 14 0,'0'0'9'0,"-10"-11"1"0,-10 11 3 0,10 11 1 0,0 8-5 0,0 32-2 0,10-3-2 0,10 3-3 0,0-1-2 0,0-12-2 0,0 13-8 0,0-32-11 0,-10 10-3 0,0-18-2 0</inkml:trace>
  <inkml:trace contextRef="#ctx0" brushRef="#br0" timeOffset="7">9366 2023 13 0,'0'0'6'0,"0"0"7"0,0-9-2 0,0-1 2 0,10 10-4 0,10-11-4 0,0 11-4 0,10-9-1 0,-1 9-8 0,1 0-18 0,-10 0 4 0,-10 9 7 0</inkml:trace>
  <inkml:trace contextRef="#ctx0" brushRef="#br0" timeOffset="8">9545 2212 14 0,'0'0'2'0,"0"0"1"0,0 0 4 0,0-10 12 0,10 10-14 0,0-19-2 0,10 9-2 0,-11-10 0 0,1 10-2 0,0-11-2 0,0 12-3 0,-10-1 1 0,0-1 3 0,0 2 1 0,-20-1 1 0,10 10 0 0,1 10 3 0,-11-1 3 0,20 12 1 0,-10 9-3 0,10-11 0 0,0 2 0 0,0-13-1 0,10 13-1 0,10-12-1 0,9 2-1 0,-9-11 0 0,0-11 0 0,0 2-2 0,10-12-3 0,-20 13 0 0,9-13 2 0,-9 2 2 0,0-11 1 0,0 20 2 0,0 10 4 0,-10 0 3 0,0 10-3 0,0 10-3 0,0 9 0 0,0-18-1 0,10 7-1 0,-10 3 0 0,0-12 1 0,0 2-1 0,0-11-1 0,0 0 0 0,0-30-1 0,0 11-1 0,0-11 0 0,0 10 1 0,0-10 0 0,0 10 1 0,10 0 0 0,0 11 0 0,20-11 1 0,-11 9 0 0,2 11-5 0,7 0-25 0,-7 11-8 0,-21-11 21 0</inkml:trace>
  <inkml:trace contextRef="#ctx0" brushRef="#br0" timeOffset="9">10229 2459 14 0,'0'0'1'0,"-9"-18"2"0,-11-12 2 0,0-10 0 0,10 0-1 0,10 0-1 0,20 10-1 0,0 1 0 0,9-1 1 0,-9 1-1 0,10 9 0 0,0-11 1 0,-10 1-1 0,9-8 1 0,-9 7-1 0,10-8 1 0,-20-1-1 0,0 1-1 0,1 9 0 0,-11-10 1 0,0 20-1 0,-11-19-1 0,1 18 1 0,-20 2 0 0,10 19 0 0,0 0-1 0,1 30 2 0,-1 10 2 0,0 19-2 0,0 40 0 0,20-40-3 0,10 10 2 0,0-28 0 0,10-1-1 0,0-11 0 0,9-10 0 0,-19-8 0 0,10-11 0 0,0 0 0 0,0-20 0 0,-9-9 0 0,8 8 0 0,-10-19 0 0,1 10 0 0,0 11 1 0,-10 0-2 0,11-1 1 0,-11 9-2 0,9 11 1 0,1 21 0 0,-1-2-3 0,2 1 1 0,-1 0 0 0,0-1 3 0,0 2 0 0,-10-11 3 0,0 10 2 0,0-10 2 0,-10-10-1 0,-10 8-1 0,0-8-3 0,10-18-1 0,1 7-1 0,-2 2-2 0,11-11-2 0,0 9-9 0,11 2-12 0,-2 9-4 0,10-10 7 0</inkml:trace>
  <inkml:trace contextRef="#ctx0" brushRef="#br0" timeOffset="10">10984 2044 12 0,'0'0'3'0,"-10"-21"-2"0,10 2 2 0,0-1 3 0,-10 0-1 0,0 0 2 0,0 11-1 0,0 9-1 0,-10 18 2 0,0 13 1 0,10-1 1 0,-10 0-5 0,11 9-2 0,9-9 0 0,0 0-2 0,0 0 1 0,9-1-2 0,11-19 0 0,0-1-1 0,10 2 0 0,-10-11-1 0,0-11 0 0,-1 11-2 0,1-9 0 0,-10-12 1 0,10 13 3 0,0-13 1 0,1 12 0 0,-12-1 0 0,1 10 2 0,-1-10-1 0,11 10 2 0,-9-11-2 0,-2 11 2 0,1-9-2 0,-1 9 0 0,2-10 0 0,-11 10 0 0,10-11-1 0,-20 2 0 0,-1 9-1 0,2-10 1 0,-10 10 0 0,-2 0-1 0,-8 0 2 0,9 10-1 0,0 10 1 0,0-10 0 0,10 10 0 0,0 0 0 0,10-11-1 0,10 12 0 0,10-13 0 0,0 3 0 0,1-11 0 0,7 10 0 0,-18-10 0 0,11 0 0 0,-2 0 0 0,-10-10 0 0,2-1 0 0,-1-7 0 0,-10 7 0 0,10-8-1 0,0-11 0 0,-10 9 0 0,10 2 0 0,0 0-1 0,-1 9 2 0,1 0 1 0,-1-1 1 0,2 22 1 0,-11-1 0 0,10 9-1 0,-10 1 0 0,0 0 0 0,10 10 0 0,-10-20-1 0,10 9 0 0,-10 2 0 0,10-13-1 0,0 3 1 0,0-1-1 0,0-1 0 0,10-9 0 0,-11-9-1 0,11-12-1 0,0 3-2 0,-10-2-1 0,10 0 2 0,0 0 1 0,-10-1 2 0,0-8 0 0,0 20 1 0,-1-1 0 0,-9 0 1 0,0 20 9 0,0 0-6 0,0 9-2 0,0 0 1 0,0 2-1 0,0-1-1 0,0-10 0 0,10 9-1 0,10-19 0 0,0 11 0 0,0-11 0 0,0 0-1 0,10-11 0 0,-11 2-1 0,1-1 1 0,0-11-1 0,0 12 1 0,-10-12-1 0,10 12 0 0,-20-1 1 0,0 0 0 0,0 1 0 0,-20-1 1 0,10 10-2 0,0 0 2 0,-10 0-1 0,10 10 3 0,-10 9-1 0,20 0 0 0,-10 2 0 0,10 9-2 0,0-20 1 0,10 10-1 0,20-10 1 0,-10-10-1 0,11 8 0 0,-3-16-2 0,3 8 1 0,-3-21-2 0,-7 12 0 0,9-1 1 0,-20-11 0 0,9 2 1 0,-19 8 1 0,0 2 1 0,0-1-1 0,0 0 1 0,0 1-1 0,9 9-1 0,-9 0 1 0,0 0 0 0,11 0-1 0,-1 9 1 0,10 1-2 0,-10 9 1 0,0-8-1 0,0-1 1 0,0-1 2 0,0 2 2 0,-10-1 1 0,-10 0 3 0,0-10 1 0,-10 9-2 0,0-9-3 0,10-9-2 0,0-1-2 0,10 0-3 0,-11-10-13 0,11 10-18 0,0 10-13 0,0-11 25 0</inkml:trace>
  <inkml:trace contextRef="#ctx0" brushRef="#br0" timeOffset="11">12125 1984 13 0,'0'0'5'0,"0"0"2"0,-10 20 2 0,0 20 0 0,0 19-4 0,10 0-1 0,10-9 1 0,-10 10 0 0,10-12 0 0,0-8 0 0,-1 1-2 0,-9-1-3 0,0-11 1 0,0-10 0 0,0-8 1 0,0-1-1 0,0-10-2 0,0-21-1 0,-9 2 1 0,9-21-1 0,0-9-3 0,0-20-1 0,0-11 4 0,9 31 1 0,-9 19 1 0,10 20-1 0,0 0 0 0,0-1 2 0,10 11-1 0,-10 0 1 0,10 0-1 0,0 0 1 0,0-9 1 0,-11 9 1 0,11 0-1 0,0-10 0 0,-10-1 0 0,0 2-1 0,0 9 0 0,-10-10-2 0,0 0 0 0,0 10-1 0,-20 0-2 0,0-9 3 0,0 9 1 0,-9 9 0 0,9-9 0 0,-10 10 1 0,20 9 1 0,-10 2 1 0,10-12-1 0,10 12-1 0,0-2 0 0,10-8 0 0,0-1 1 0,10 9-1 0,0-19-1 0,10 10 1 0,-11-10-1 0,1 0 0 0,10-10 0 0,-10-1 0 0,1 3-2 0,-12-13 0 0,1-8-2 0,-1 9 3 0,-9-1 0 0,10 2 1 0,-10 0 1 0,10 9 1 0,-10 0 1 0,0 20 4 0,0 9-5 0,11 1 0 0,-11 10 1 0,9-10 0 0,1 0-1 0,-1-11 0 0,-9 2-1 0,11-1 0 0,9-2-1 0,-10-16 0 0,10 8-1 0,-11-21-2 0,10 12 0 0,2-11-1 0,-1 0 1 0,-10 10 1 0,0-1 3 0,0 2-1 0,-10 9 3 0,10 0 1 0,-10 9 1 0,0 2-2 0,10-1 0 0,-10-1-1 0,10 2 1 0,-1-1-2 0,1 0 0 0,10-10 0 0,0 9-1 0,0-9-2 0,0 0 1 0,10 0-1 0,-21 0-3 0,11-9-1 0,-10-1 0 0,10 0 2 0,-10-10 3 0,0-1 1 0,0 2 1 0,0-10-1 0,-10 8 1 0,0 2 1 0,0-1 2 0,-10 10 1 0,0 10-2 0,-10 0 0 0,0 19 3 0,10 2-1 0,-10 9-1 0,11-11-1 0,-1 10-2 0,10-8 0 0,0-1 0 0,10-10-1 0,19 9 0 0,-9-19-3 0,10-9-9 0,0-1-8 0,-1-11-4 0,-9 2-1 0,0-1 4 0,-10-9 10 0</inkml:trace>
  <inkml:trace contextRef="#ctx0" brushRef="#br0" timeOffset="12">12859 1746 12 0,'0'0'5'0,"-10"-10"0"0,-10-10 4 0,10 20 0 0,0 0 0 0,0 20 3 0,10 10 0 0,0 28-2 0,20 12 0 0,0-11-4 0,-10 2-4 0,0-2-2 0,10-19-2 0,-20-10-13 0,10 0-25 0,-1-20 13 0,-9-10 10 0</inkml:trace>
  <inkml:trace contextRef="#ctx0" brushRef="#br0" timeOffset="13">12989 2103 18 0,'0'10'8'0,"9"-10"-3"0,1 9 8 0,9-9-2 0,2 11-4 0,-2-11-3 0,11 0-1 0,-10-11-3 0,0 2 0 0,-11-1 0 0,10-10-1 0,-8 0-1 0,-11 11-1 0,-11-11-1 0,2 0 0 0,-10 10 0 0,-1-1 3 0,-10 2 1 0,0 9-1 0,10 0 4 0,0 0 3 0,1 20 0 0,-1-1-1 0,20 12-1 0,0-12-1 0,11 0 0 0,-2 2-1 0,10-1 0 0,12-10-1 0,-3 0 0 0,-7-10 0 0,9 0-1 0,-1 0 0 0,-9-10 0 0,0 0-1 0,10-10-2 0,-20 10 0 0,0-10 1 0,-10 10 1 0,10-9-1 0,-20 9 1 0,0-11 1 0,0 12-1 0,-10-1 2 0,0-1-1 0,10 2 0 0,-1 9 1 0,-8 0 2 0,10 9 0 0,9 12 1 0,0-1-2 0,0-10 1 0,9 9 0 0,10-9-1 0,2 9 0 0,-1-8-1 0,0-11 0 0,0 10 1 0,0-10-1 0,-1 0-1 0,11 0 0 0,-10-10-1 0,0-1 0 0,-10 2-4 0,0-1-1 0,0-9-1 0,-10-1 1 0,0 9 3 0,0 2 2 0,-10-12 1 0,10 21 1 0,-10 0 3 0,0 0 4 0,10 21-3 0,0-1-1 0,0 0-1 0,0-11-1 0,10 11 0 0,0 0 0 0,0-10 0 0,0-10-1 0,-1 9-1 0,11-9 0 0,-10-9 0 0,10-1-3 0,-10-1-1 0,0 2-2 0,10-11 1 0,-10 11 2 0,0-1 2 0,-10 0 0 0,0 10 2 0,0 10 15 0,0 0-12 0,0 9 1 0,0-9-3 0,0 10 0 0,10-10-2 0,-1-1-1 0,11 2 0 0,10-11-10 0,-10 0-17 0,1-20-9 0,-2-1 20 0,0 12 0 0</inkml:trace>
  <inkml:trace contextRef="#ctx0" brushRef="#br0" timeOffset="14">13643 1637 22 0,'0'0'12'0,"-19"0"-5"0,8 19 4 0,1 10 2 0,10 32-1 0,0-12-2 0,21 21-2 0,-2-11-5 0,-10-9-2 0,11 10-4 0,0-31-11 0,-10 0-19 0,-1-18 1 0,2-1 15 0</inkml:trace>
  <inkml:trace contextRef="#ctx0" brushRef="#br0" timeOffset="15">13800 1944 20 0,'-9'0'13'0,"-1"9"-11"0,10 2 2 0,0-1 2 0,0 9 0 0,19 2-1 0,2-1-4 0,-1 0 0 0,10-11-2 0,-10 11 1 0,-10 0-1 0,-1-10 2 0,-9 10 0 0,0-20-2 0,-19 10 1 0,-1-10-3 0,0 0-10 0,-10-10-7 0,9-10 10 0,12 10-1 0</inkml:trace>
  <inkml:trace contextRef="#ctx0" brushRef="#br0" timeOffset="16">13524 1865 28 0,'0'0'15'0,"0"0"-6"0,0 0-5 0,19 0 10 0,1-11-4 0,20 11-5 0,0 0-4 0,0-9-6 0,-1 9-22 0,-9 0-27 0</inkml:trace>
  <inkml:trace contextRef="#ctx0" brushRef="#br0" timeOffset="17">14238 1845 11 0,'0'-21'6'0,"0"-17"1"0,0-2 3 0,0 0 0 0,0 19-4 0,0 13 2 0,0 37 14 0,10 20-18 0,1 20-3 0,-11 1 0 0,9-20-2 0,1-1 1 0,-10-8 0 0,0-12 1 0,0-9 0 0,0-11-1 0,0-9 0 0,0-9-3 0,9-1 1 0,11-19 0 0,0 19 0 0,1-1-1 0,-2 2-1 0,-10 9 0 0,12 20 1 0,-11 0 1 0,-1-1 1 0,-9 11 0 0,-9-11 0 0,-11 2 0 0,9-2 2 0,-8-8 0 0,-1-11 0 0,10-11-1 0,-10-8 0 0,20-2 0 0,-10 12-1 0,20-12 0 0,1 2 0 0,8 9 0 0,1 10 0 0,-1 0-1 0,2 0 0 0,8 0-1 0,1 10 2 0,-10-10 1 0,10 0 0 0,-10 0 0 0,9 0 1 0,-9 0 0 0,0-10 0 0,0 1 0 0,-10-1 1 0,0 10 1 0,-10-10 0 0,0 10-2 0,-10-11 0 0,-10 11-2 0,0 0 1 0,-10 0 0 0,11 0-1 0,-1 0 2 0,0 0-2 0,0 11 1 0,0-1 1 0,10 9 1 0,10-9 0 0,0 20-1 0,0-20 0 0,10 10-1 0,20-10 1 0,-10 0 0 0,0-1 0 0,-1-9 0 0,1 0-1 0,0-9 1 0,0-1-2 0,-10 0 0 0,0-1-1 0,0-8 0 0,-10-1-2 0,0 10 1 0,0-9 3 0,-10 9-1 0,0 0 1 0,0-1 0 0,0 2 0 0,0-1 0 0,10 10 1 0,-10 10 1 0,0-1 1 0,10 12 0 0,0-2-1 0,0 1-1 0,0 0 1 0,10-1 0 0,0-8 1 0,10 9-1 0,10-11 0 0,-10-9-2 0,-1 0 1 0,11-9-1 0,-10-11-1 0,0 9 0 0,0-8 0 0,0-1 0 0,-10 0 0 0,-1 11 1 0,1-11 0 0,-10 9 0 0,10 2 0 0,-10 9 1 0,-10 9 2 0,10 2-1 0,-10-1-1 0,10 9 1 0,0-9-1 0,10 0 1 0,0-10-1 0,-10 9 1 0,20 2-1 0,-10-11 1 0,0 0-2 0,0 0 1 0,11 0-2 0,-12-11-2 0,1 2-3 0,-1-11 0 0,1 11 1 0,0-11 2 0,1 9 2 0,-11 11 1 0,0-9 4 0,0 9 4 0,0 20-4 0,0 0 2 0,0-1-3 0,0 0 0 0,0 2-2 0,9-12 0 0,12 2-2 0,7-1-2 0,3-10-16 0,-3-10-20 0,3-1 12 0,-21 11 15 0</inkml:trace>
  <inkml:trace contextRef="#ctx0" brushRef="#br0" timeOffset="18">15220 1944 13 0,'0'0'5'0,"-20"0"0"0,0 0 7 0,11 9 4 0,-11 2-5 0,0-1-3 0,10 9-2 0,10 11-3 0,10-9-1 0,0-2-1 0,0-9 0 0,10 9-1 0,-1-8 1 0,1-1-2 0,20-1 1 0,-10-9-3 0,-10 11 0 0,9-11 2 0,1-11-3 0,-10 11 0 0,10-19 2 0,-20 8 0 0,9-8 2 0,1 0 0 0,-10 9 2 0,-10-11-1 0,10 12 0 0,-10-1 1 0,-20-10-2 0,10 10 1 0,-9 10 0 0,-11 0 2 0,0 0 1 0,10 10 2 0,-10 10 0 0,11-10-2 0,9 20-2 0,-10-11-1 0,20 10 0 0,10-8 1 0,0-1-2 0,9-10 0 0,11 9 0 0,0-19 0 0,0 11-1 0,9-11 0 0,-9-11-4 0,-10 11-2 0,0-19 2 0,1 9-1 0,-12-10 0 0,1 10 3 0,-10-10 3 0,0 10 0 0,-10 0 1 0,1 1-1 0,-12 9 1 0,11-10 1 0,0 10 1 0,0 0 1 0,0 10 1 0,10-1-2 0,-10 11-2 0,20 0 1 0,0-1-1 0,0-8 0 0,0-1 0 0,10 0 0 0,10-1-1 0,-11-9 0 0,11 0-1 0,-9-9 0 0,7-1-1 0,-7-11-1 0,-11 12-3 0,9-12 0 0,-10 12 3 0,-9-1 2 0,11 0 1 0,-22-9 0 0,11 19 0 0,-9-10 3 0,-1 10 3 0,1 0 1 0,9 10-3 0,-10 0 1 0,10 9-2 0,0-9 0 0,10-1-2 0,-1 2 0 0,10-1-1 0,2-1 0 0,9-9-3 0,0 0-14 0,-10 0-13 0,9 0-1 0,-9 0 12 0</inkml:trace>
  <inkml:trace contextRef="#ctx0" brushRef="#br0" timeOffset="19">15746 1915 25 0,'0'0'8'0,"-10"-21"-4"0,0 12-4 0,10-11 0 0,0 20-5 0,20-11-7 0,-10 11-8 0</inkml:trace>
  <inkml:trace contextRef="#ctx0" brushRef="#br0" timeOffset="20">15885 2083 18 0,'0'0'3'0,"0"0"-2"0,0-10 0 0,0 0 1 0,10 1-1 0,10-11 0 0,0 9 1 0,-1-8 0 0,1 8 1 0,-10 2 0 0,10 9 2 0,-10 0 4 0,-10 0 2 0,0 9-1 0,-10 21 1 0,10-9-2 0,-10-2-4 0,10-9 0 0,0 9-2 0,0 2 0 0,0-12-2 0,20 2 1 0,0-11-2 0,10 0 0 0,-1-20-2 0,1 10-2 0,-10-10-2 0,1 10-3 0,-2-9-3 0,0-1 5 0,-19 9 2 0,10-8 5 0,-20 8 0 0,0 11 2 0,1-9 1 0,-10 9 3 0,8 0 2 0,-9 0 1 0,10 9-4 0,0 12-1 0,0-1-1 0,10-10-2 0,10 9 0 0,0-9 0 0,10 0-2 0,1-1 1 0,-2 2 0 0,10-11-1 0,-9 0-1 0,1-11-1 0,7 2 0 0,-17-1 1 0,9-9 0 0,-1 9 0 0,1 0 2 0,-10-1-2 0,10 11 2 0,0 0-2 0,0 0 0 0,0 21-1 0,-11-11-2 0,1-1 2 0,0 1 4 0,-10 0 2 0,-10-1 4 0,0 2 5 0,-19-1-3 0,9-10-4 0,0 0-2 0,0 0-2 0,10 0-2 0,-1-10-2 0,11 10-16 0,-9 0-26 0,18-11 6 0,-9 11 29 0</inkml:trace>
  <inkml:trace contextRef="#ctx0" brushRef="#br0" timeOffset="21">16748 2073 12 0,'-10'0'4'0,"10"0"1"0,-20 0 2 0,10 0 2 0,1 0-1 0,-1 0 0 0,10 0-1 0,10 0 3 0,9-10-6 0,11 10 0 0,-10 0-2 0,11-9-1 0,-1 9 0 0,-12 0-2 0,2 0-2 0,1 0-10 0,-12 0-11 0,1 0 2 0,-1 0 3 0</inkml:trace>
  <inkml:trace contextRef="#ctx0" brushRef="#br0" timeOffset="22">17046 1766 12 0,'0'0'4'0,"-10"-11"0"0,10 11 3 0,-10 0 2 0,10 11 3 0,-10 18-2 0,10 21-3 0,0 10-2 0,10-12-4 0,0 3-1 0,-10-11 1 0,0-11 0 0,0-10-1 0,0-8 0 0,0-11-1 0,0 0-1 0,-10 0-2 0,10-20 3 0,0 0-1 0,10-9 0 0,10 9-1 0,0-1 0 0,-1 2 2 0,1 9-1 0,10-1 2 0,-10 11-1 0,0 11 0 0,-10 9 0 0,0 0 0 0,-10-1 2 0,0 12-1 0,-10-12 2 0,-10 11 1 0,0-11 0 0,0-8 3 0,0 9-1 0,10-20-2 0,-10 9 0 0,11-18-1 0,-1-1-2 0,10 0-1 0,10-10 0 0,9 10 0 0,1-1 1 0,0 2-1 0,10-1 0 0,0 0 0 0,-1 10 0 0,1-9-1 0,0 9 1 0,0-10 1 0,-10 10 0 0,9-10 0 0,1 10 1 0,-10-11 0 0,1 2 0 0,-2-1-1 0,0 10 1 0,-19-11 1 0,10 2 0 0,-10 9-2 0,-18 0 1 0,7 0-2 0,-19 0 1 0,10 0 0 0,0 0 1 0,-10 0 2 0,11 9 1 0,-1 12 0 0,0-12-1 0,0 12 0 0,10-2-1 0,10-9 0 0,0 9-2 0,20-8 1 0,0-1-1 0,0-1 1 0,-1-9-1 0,1 0 0 0,0-9 0 0,0 9 1 0,0-10-3 0,-9-10 1 0,8 10-2 0,-19 0-2 0,0-9 1 0,0 9 2 0,0-1 1 0,-10 2 0 0,1 9 0 0,-2-10 0 0,1 10 1 0,0 0 1 0,0 0 1 0,0 10 1 0,0-1 0 0,0 12 0 0,10-2-1 0,0 1-1 0,10 0 1 0,10-10-1 0,0-1 2 0,10 2-3 0,-9-11 1 0,7 0 0 0,-8-11-2 0,0 11 1 0,-1-19-1 0,2 8-3 0,-2-8 0 0,-9 0-1 0,-1 9 2 0,2-11 2 0,-11 12 1 0,0-1-1 0,0 10 0 0,0-11 1 0,0 11 0 0,0 11 6 0,0 8-4 0,0-8 1 0,0 9-1 0,0-11 1 0,10 1 0 0,0 0-2 0,0-1 0 0,0 2 1 0,0-11-2 0,0 0 1 0,0 0-1 0,10-11-1 0,-1-8-1 0,1 9-1 0,-10-9 1 0,0 9 1 0,0-1 1 0,0 2 1 0,-10 9 0 0,0 0 5 0,-10 20-3 0,10-10 0 0,0 0-1 0,0-1 1 0,10 1-2 0,0 0 1 0,0-1-2 0,0-9-1 0,10 11-5 0,-1-11-12 0,1 0-13 0,0 0-4 0,0 0 19 0,-20 0 6 0</inkml:trace>
  <inkml:trace contextRef="#ctx0" brushRef="#br0" timeOffset="23">18028 2063 21 0,'0'0'11'0,"0"0"-4"0,10 0 0 0,0 0-1 0,11 0 0 0,-2 0-1 0,0-9-3 0,1-1-2 0,0 0 0 0,0-1-3 0,-10 2 1 0,-10-1 2 0,0 10-1 0,-10-11 2 0,-10 2-1 0,0 9-1 0,-8 0 3 0,-2 0 3 0,-1 0 5 0,1 9-2 0,10 2-5 0,1-1-1 0,9-1 1 0,10 12-1 0,0-11-2 0,19 9 0 0,1-9 0 0,0-1-1 0,10 2 0 0,-9-11-1 0,9 0-2 0,-12 0-1 0,2 0-1 0,1-11-3 0,-2 2-3 0,-10-1 4 0,2 0 5 0,-1 1 3 0,0-1 1 0,-10 0 2 0,0-1 2 0,-10 11 1 0,10 0-1 0,-10 0-1 0,10 0 0 0,0 0 0 0,-11 0 0 0,11 21 0 0,0-2 0 0,0 31-2 0,0-1-2 0,0 10 1 0,0-19 0 0,0 19-2 0,0-28 2 0,0-1 0 0,11-10 0 0,-11-10 0 0,0-10 2 0,0 0-2 0,0-21-1 0,0-9-1 0,0 11 0 0,0-10 0 0,0-11-2 0,0 0 2 0,0 10 0 0,-11-10 1 0,11 0 0 0,-9 1 0 0,-10 10 0 0,8-2 0 0,11 12 2 0,-10 8-2 0,0 2 0 0,10 9 2 0,0 20 0 0,10-1 1 0,0 2-2 0,-10-2 2 0,20 1-1 0,-1 0 0 0,2-10 0 0,-11-1-2 0,9-9 2 0,-10 0-3 0,22-9 0 0,-11-1-1 0,0-10-3 0,0 10-2 0,-1-9 2 0,-19 9 2 0,20-11 1 0,-20 12 2 0,0-1 0 0,0-1 1 0,0 11-1 0,-10 0 2 0,10 11 0 0,-10-1 0 0,10-1 1 0,0 12-1 0,0-11-1 0,10-1 1 0,0 11-2 0,0-20 1 0,10 9-1 0,0-9 0 0,10 0-1 0,-10-9-1 0,9-1-1 0,-9-9-1 0,0 9 0 0,0 0 0 0,-10-1 2 0,0 2 2 0,0-1-1 0,-10 10 0 0,0 0 2 0,-10-11 0 0,-10 11 0 0,10 0 2 0,0 0 3 0,0 11-3 0,10-11 2 0,0 10 0 0,0-1-2 0,0 2-1 0,0-1 0 0,20 0 1 0,-10-1-2 0,0-9 0 0,10 10-1 0,-1-10 1 0,1 0-1 0,0 0-1 0,0 0 1 0,0-10-1 0,0 1-1 0,-10-1-1 0,9 0-6 0,-9-10 2 0,0 10 4 0,-10-1 3 0,10-8 0 0,-10 9-1 0,-10-1 2 0,0 2-1 0,0 9 1 0,2 0 2 0,-3 0 2 0,11 9-1 0,-10 2-2 0,10 9 1 0,0-11-1 0,0 12-1 0,10-1 0 0,1-10 0 0,-3 0-1 0,22 9 1 0,-9-19-1 0,-2 0 0 0,1 0-1 0,0 0-1 0,-1-10 1 0,1 1-2 0,-10-1 2 0,10 10-1 0,-10-10 1 0,10 10 1 0,-10 0-1 0,0 10 0 0,0 0 1 0,9-1-3 0,-19 1 3 0,10 9 1 0,-10-19 0 0,-10 11 2 0,0-1 4 0,-9-10-1 0,-1 0-3 0,0 0-1 0,10 0-1 0,0-10-1 0,0 10-1 0,10-11-3 0,-10 11-11 0,20-9-12 0,0 9-14 0,10 0 15 0,-10 0 17 0</inkml:trace>
  <inkml:trace contextRef="#ctx0" brushRef="#br0" timeOffset="24">19377 1706 14 0,'0'0'1'0,"0"0"2"0,0 0-2 0,0-10 4 0,10 10 2 0,20-11-1 0,-10 11-1 0,10 11 1 0,9 18 0 0,21 32 0 0,-10 18-1 0,-21 9-1 0,1-7-3 0,-10-12 2 0,-10 1 0 0,0-1-1 0,-20 1-1 0,-10-22 2 0,0-7-2 0,-10-21 2 0,11 9 0 0,-21-9 0 0,20-1-3 0,0-8 1 0,-1-1-4 0,12 0-11 0,-1-10-19 0,10 0 2 0</inkml:trace>
  <inkml:trace contextRef="#ctx0" brushRef="#br0" timeOffset="25">14922 7213 6 0,'10'0'6'0,"0"-20"-2"0,1-1-2 0,-2 2-1 0,1 0 0 0,-10 9 0 0,11 0 0 0,-11 10 0 0,0 0-1 0,0 0 0 0,0 10 0 0,-11 0 0 0,1 19 1 0,1 1-1 0,-22 19 0 0,3 1 1 0,-23 50 0 0,11-22 0 0,-19 42 1 0,-1-2 0 0,11-8 0 0,-21 48 0 0,11-8-2 0,-12-2 1 0,12 1-1 0,-10 10 1 0,10-20 0 0,9 0-1 0,1-10 1 0,9-11-1 0,0-19 1 0,10-8-1 0,11-32 0 0,9-9 0 0,0-30 0 0,10-2-1 0,0-7-1 0,10-11-1 0,10-20-3 0,9 0 1 0,1 1-3 0,-30 19-7 0</inkml:trace>
  <inkml:trace contextRef="#ctx0" brushRef="#br0" timeOffset="26">16302 7193 3 0,'0'0'3'0,"0"0"-1"0,0 20 0 0,-21 20 1 0,-28 29 0 0,0 20-1 0,-1 10 0 0,-10 11 0 0,11 19-1 0,-11 10-1 0,1 0 1 0,9-21-1 0,-39 71 0 0,19-30 1 0,-8 10-1 0,-2-1 1 0,-10 10 0 0,1-18 0 0,10 8-1 0,-1-19 0 0,11-10-1 0,8-10 1 0,23-20 0 0,8-20-2 0,30-30-1 0,0-28-1 0,20-22-14 0</inkml:trace>
  <inkml:trace contextRef="#ctx0" brushRef="#br0" timeOffset="27">18465 7650 8 0,'-20'9'7'0,"-60"51"-5"0,1 28 0 0,-10 11 0 0,-20 22 1 0,-10 17 0 0,29 11-2 0,-9 9 0 0,0 2 2 0,9-1 0 0,-19-1-1 0,10 0-1 0,0 11 0 0,0-19-1 0,-10-3 0 0,19-17 1 0,1-11-1 0,10-19 0 0,19-21-1 0,10-30 0 0,31-20 0 0,9-18-3 0,20-1-4 0,9-20 3 0,11-10-15 0</inkml:trace>
  <inkml:trace contextRef="#ctx0" brushRef="#br0" timeOffset="28">20122 7997 10 0,'-59'59'4'0,"-101"120"-1"0,11 9 0 0,30-9 0 0,-10 19-3 0,0 1 0 0,30-60-1 0,-50 79 4 0,40-69-3 0,20 10 1 0,0-12 0 0,9-18 0 0,21-8-1 0,19-22-1 0,10-20 1 0,20-9-1 0,0-21-1 0,20-19-3 0,10-20 3 0,10 0-2 0,-20-10-9 0</inkml:trace>
  <inkml:trace contextRef="#ctx0" brushRef="#br0" timeOffset="29">21868 8314 17 0,'-40'40'0'0,"-138"129"1"0,29 9 0 0,20-9 0 0,20 9-1 0,-1-9 0 0,31-30-1 0,0-30 1 0,-1-10 1 0,21-20 0 0,9-10-1 0,10 1 0 0,11-20 0 0,-1-1-1 0,21-28 1 0,9-1 0 0,0-10-2 0,9-20 2 0,31-20-3 0,-21 10-12 0</inkml:trace>
  <inkml:trace contextRef="#ctx0" brushRef="#br0" timeOffset="30">23376 7481 15 0,'-10'20'7'0,"-50"18"-2"0,-49 62-3 0,0 39 3 0,-10 10-1 0,0-1-1 0,-10 21-2 0,0 10 0 0,10-10 0 0,0-10 0 0,0 10 0 0,10-12 0 0,-10 3 0 0,10-22-2 0,19-8 1 0,11-11 0 0,19-31 0 0,1 3-4 0,19-13-7 0,10-19-1 0,11 2 6 0,19-52-8 0</inkml:trace>
  <inkml:trace contextRef="#ctx0" brushRef="#br0" timeOffset="31">6698 10864 5 0,'0'0'5'0,"-11"0"0"0,-9 0-3 0,11-10 0 0,-10 10-1 0,-2-11 1 0,11 11 0 0,0-9-1 0,0 9 0 0,10 0-1 0,10-9 0 0,10-2 0 0,1 2 1 0,7-1-1 0,3-1 0 0,-12 2 0 0,1 9 0 0,10-10 0 0,-20 0 1 0,9 10 0 0,-9 0 1 0,0 10 1 0,0 9 0 0,-10 11 0 0,0 30-1 0,0 10-1 0,0-2 1 0,0 12-2 0,0 9 1 0,0 1 1 0,0 9 0 0,0 9-1 0,0 22 0 0,0-11 0 0,10 10-1 0,-10-10 0 0,10 10-1 0,0 0 1 0,0-11 1 0,10-7-1 0,-10-2 0 0,-10 0 0 0,0-30-1 0,0-9 1 0,0-1 0 0,0-19 1 0,0-20 0 0,0 8 3 0,0-17 0 0,0-11-1 0,-10 10-1 0,10-10 0 0,-10-1-1 0,0 2 1 0,0-1-1 0,-10-10 0 0,-10 8 1 0,11 3 0 0,9-11-1 0,-20 10 1 0,9-10 0 0,12 10-1 0,-10-10 1 0,-2 0 0 0,2 0-1 0,9 0 1 0,1 0-1 0,-12-10 0 0,11 0 0 0,-10-19-1 0,10 9 1 0,-10-1-1 0,-9-8 0 0,9 9 0 0,-10-1 0 0,10 13 0 0,-10-2 0 0,1-10-1 0,19 10-4 0,-10 10-10 0,10-10-9 0,0-1 1 0,20 2 11 0,-10 9-3 0</inkml:trace>
  <inkml:trace contextRef="#ctx0" brushRef="#br0" timeOffset="32">6836 11012 2 0,'0'0'3'0,"0"0"0"0,0-9-1 0,10-1 0 0,-10 10 0 0,10-11 1 0,-10 11-1 0,0 0-1 0,0 11 3 0,0 19-1 0,0 28 0 0,0 42 0 0,0 20-1 0,0-2 0 0,0 11-1 0,0 10 2 0,0 1 0 0,0 28-2 0,0-19-1 0,0-20 1 0,10-21-1 0,0-9 1 0,0-8-2 0,-10-2 2 0,10-10-1 0,-10-9 0 0,0-1 0 0,0-9-1 0,0-12-4 0,10-7-3 0,-10-21-3 0,10-11-11 0</inkml:trace>
  <inkml:trace contextRef="#ctx0" brushRef="#br0" timeOffset="33">7134 11687 10 0,'0'-9'8'0,"0"-11"-5"0,0 9-1 0,0-8 2 0,0 8-1 0,0 2 1 0,0-1 0 0,-10 10-1 0,10 19 3 0,-10 2 0 0,10 9-2 0,-10 29-1 0,10 0-2 0,-10-8 0 0,10-3-1 0,0-7 1 0,0-12-1 0,20-9 1 0,-10-11-1 0,10-9 0 0,0 0-3 0,-1-9-7 0,11 0-6 0,-10-11 3 0,-10 10-9 0</inkml:trace>
  <inkml:trace contextRef="#ctx0" brushRef="#br0" timeOffset="34">7094 11518 18 0,'0'0'1'0,"0"0"6"0,-10-9-5 0,10-1 0 0,20 0 1 0,0-1 0 0,0 2-3 0,10 0 1 0,-11-2-2 0,1 11-3 0,0-9-5 0,-10 9-14 0</inkml:trace>
  <inkml:trace contextRef="#ctx0" brushRef="#br0" timeOffset="35">6945 11767 20 0,'0'0'9'0,"10"0"1"0,10-10-2 0,10-1-3 0,0 11-4 0,-1-9-1 0,1-1-2 0,10 10-9 0,-20 0-6 0,-10 0-6 0</inkml:trace>
  <inkml:trace contextRef="#ctx0" brushRef="#br0" timeOffset="36">7283 11837 17 0,'0'0'5'0,"0"-10"-4"0,0-10 0 0,0 10 2 0,0-1 1 0,0-8 0 0,0 9-2 0,0 10 2 0,0 0 10 0,0 20-10 0,0 10-1 0,10-10-1 0,-10 9-1 0,9 0 0 0,-9-18 1 0,10 8-1 0,0-8 1 0,10-11-1 0,-10 0 0 0,10-20-1 0,0 10 0 0,0-10 1 0,-10 0-1 0,9 1 0 0,-9 9 0 0,0-1-1 0,-10 11 1 0,0 0 1 0,10 29 2 0,-10 2 0 0,10-1 0 0,-10-10-1 0,20 9-2 0,-10-9 1 0,10-11-2 0,9 2-5 0,1-1-26 0,0-10-15 0</inkml:trace>
  <inkml:trace contextRef="#ctx0" brushRef="#br0" timeOffset="37">8057 12134 8 0,'0'0'3'0,"0"0"2"0,-10 0-3 0,0 0-1 0,-10-10-1 0,10-10 1 0,-10-9 0 0,1 8 1 0,8 2 2 0,-9-11 0 0,11 9-1 0,-1 12-1 0,10 0 0 0,0-2 0 0,0 2 1 0,10-1-2 0,9 10 0 0,2-10 0 0,-2-1 1 0,1 2 1 0,0-1-1 0,0-1-1 0,-10 2 0 0,9-1-1 0,-9 0 1 0,-10-1-1 0,0 3 0 0,0 8 0 0,-20-10 0 0,11 10 0 0,-11 0 0 0,0-11 0 0,-10 11 0 0,11 0 2 0,-2 11 1 0,-8 7 2 0,20-7-1 0,-12-1-1 0,11 9 0 0,10-8-1 0,0 8 0 0,10-8 0 0,11-1-1 0,-2 0 0 0,10-1 0 0,1-9-1 0,0 0 1 0,0-9-1 0,-1-1 0 0,-9 0 0 0,10-1-1 0,-20-8-2 0,0 8-1 0,-10 2 0 0,0-1 2 0,0 0 2 0,-10-1-1 0,0 11 1 0,-10 0 0 0,10 0 1 0,0 0 1 0,0 11 0 0,0-1 0 0,10 0-1 0,0-1 0 0,10 2 0 0,0-1-1 0,10-10 0 0,-10 9 0 0,20-9-1 0,-10 11-1 0,0-11-6 0,9-11-5 0,-19 11-1 0,10-9 3 0,0-1 4 0,-10-1 5 0,0-8 2 0,0-2-1 0,-10 13 2 0,10-2-1 0,-20-10 0 0,10 10 2 0,-10 10 3 0,10 0 1 0,0 0 1 0,-10 10-1 0,10-1-2 0,0 12 1 0,10-13-2 0,-10 13 1 0,10-11-1 0,0-1 0 0,0 2-1 0,-1-1 0 0,1-10-1 0,0 0 0 0,0 0-1 0,10 0 0 0,-10-10-2 0,0-10-4 0,0 0 1 0,10 9 2 0,-20-7 2 0,10 7 0 0,0 11 2 0,-10 0 0 0,0 11 10 0,-10-1-6 0,10 9-1 0,0-9-2 0,10 9-2 0,-1-8 1 0,1-1-1 0,20-1-1 0,-10-9-10 0,11 0-12 0,-12 0 2 0,0 0 6 0,-19 0 2 0</inkml:trace>
  <inkml:trace contextRef="#ctx0" brushRef="#br0" timeOffset="38">8682 11786 15 0,'0'0'3'0,"0"0"1"0,-10-9 1 0,10 9 5 0,-10 0 1 0,0 0-2 0,10 9-2 0,-10 2-2 0,10-1-1 0,0 10-2 0,0-2 0 0,10-7 0 0,0 9 0 0,0-11-1 0,-10 2 0 0,10-11 0 0,0 10 0 0,-1-10-1 0,11-10-1 0,-10-10-1 0,0 0 0 0,0 9 1 0,0-7 0 0,0 7 0 0,-10-8 2 0,0 8-1 0,0 11 0 0,0 0 3 0,0 0 2 0,0 11 0 0,0 8-1 0,10 2-1 0,-10-13 0 0,10 13-1 0,10-11 1 0,-1-1-2 0,1 2 0 0,10-11 0 0,-10 0-2 0,10 0 1 0,-1-11 0 0,-9 2-2 0,10-1-1 0,-10-11 0 0,0 13 1 0,0-2 1 0,-10-1-1 0,-1 2 1 0,1-1 1 0,-10-1 0 0,-10 2 0 0,1 9 0 0,-1-10 0 0,-10 10 1 0,0 0 1 0,10 0 2 0,0 0 0 0,0 10-1 0,0 10 0 0,10-1-1 0,0 2-1 0,20-13 0 0,0 13-1 0,10-11 0 0,-1 10-3 0,1-20-6 0,10 10-12 0,-10-10-10 0,9 0 8 0,0 0 13 0,-18-10-8 0</inkml:trace>
  <inkml:trace contextRef="#ctx0" brushRef="#br0" timeOffset="39">9465 11757 12 0,'0'0'4'0,"0"0"1"0,0-11 4 0,-9 11 5 0,9 0-1 0,-20 0 1 0,0 11-5 0,-10-1-4 0,10 20-2 0,0-11-3 0,-9 2 1 0,9-2-3 0,10 1-10 0,-11 0-18 0,12-1 10 0,9-8 9 0,0-1-3 0</inkml:trace>
  <inkml:trace contextRef="#ctx0" brushRef="#br0" timeOffset="40">9307 11786 15 0,'0'0'8'0,"0"0"2"0,-10 0 4 0,10 0-1 0,0 0-1 0,0 11-3 0,0-1-1 0,10 10-2 0,0-10-4 0,9 9 0 0,1 1-2 0,0-11 0 0,10 2-3 0,-10-1-13 0,0-10-12 0,9 0 2 0,-19 0 0 0</inkml:trace>
  <inkml:trace contextRef="#ctx0" brushRef="#br0" timeOffset="41">9545 11866 18 0,'0'0'6'0,"-10"0"2"0,10 0-5 0,10 0 27 0,0-10-24 0,0 10-4 0,0-11-1 0,9 3 0 0,-9-2 0 0,10-1-1 0,-10 2-2 0,0-1-1 0,0-1-4 0,-10 11 0 0,0-9 4 0,0 9 2 0,-10 0 2 0,-10 0 0 0,10 0 3 0,-10 0 7 0,1 9 1 0,9 2-3 0,0 8-3 0,0-8-1 0,10 7-3 0,20-7 0 0,0 9-1 0,9-11 0 0,21-9-5 0,-10 11-22 0,-1-11-20 0,-9 0 14 0</inkml:trace>
  <inkml:trace contextRef="#ctx0" brushRef="#br0" timeOffset="42">10110 11926 28 0,'0'0'8'0,"0"0"-4"0,-10 0-2 0,10 0 1 0,-9 0-2 0,9 0-4 0,0 0-12 0,0 0-13 0</inkml:trace>
  <inkml:trace contextRef="#ctx0" brushRef="#br0" timeOffset="43">9962 11946 10 0,'9'0'6'0,"-9"0"-1"0,0 0 3 0,10-10 3 0,10 10-2 0,-10 10-3 0,0-1-2 0,-10 11-1 0,0 0-2 0,0 10-3 0,-20-1-20 0,0 12 6 0,10-32-7 0</inkml:trace>
  <inkml:trace contextRef="#ctx0" brushRef="#br0" timeOffset="44">10329 11727 11 0,'0'0'4'0,"0"0"-1"0,0-11 2 0,0 11 2 0,0-8-2 0,0 8-2 0,0 8 1 0,0 13 0 0,0-1-1 0,0 0-1 0,0 0-2 0,0-1 1 0,10 2 0 0,-10-13 0 0,0 13-1 0,10-11 1 0,-10-1 1 0,9-9-2 0,1 0 0 0,0-9 0 0,10-1-1 0,-10 0-2 0,10-1 2 0,-10 3-1 0,1-13 1 0,-2 21 1 0,1-9 0 0,-1 9 0 0,-9 0 3 0,0 9 0 0,10-9 0 0,-10 11 2 0,0-1-2 0,10-2-1 0,1 3-1 0,-2-11 0 0,1 10-1 0,-1-10-2 0,12 0-10 0,-1 0-9 0,0 0 3 0,-11 0 1 0</inkml:trace>
  <inkml:trace contextRef="#ctx0" brushRef="#br0" timeOffset="45">10775 11460 22 0,'0'0'5'0,"-10"0"7"0,0 9-1 0,-10 11 4 0,1 0-5 0,9 10-6 0,10 0-3 0,0-1-3 0,20 11-13 0,-11-10-18 0,1-11 3 0</inkml:trace>
  <inkml:trace contextRef="#ctx0" brushRef="#br0" timeOffset="46">10974 11936 19 0,'-10'0'4'0,"10"0"3"0,10 0 29 0,0 0-29 0,-1-10-5 0,11-1-2 0,-10 2 0 0,0-1 0 0,0-1-2 0,0 2-4 0,0-11-3 0,-10 9 3 0,0-7 3 0,-10-2 1 0,-10 10 1 0,0-10 1 0,0 20 0 0,1-10 2 0,-1 20 6 0,0-1 3 0,0 2-3 0,0 8-4 0,10 2-2 0,10-2 0 0,10-9 0 0,0 9-1 0,10-8 0 0,10-1 1 0,0-1-2 0,-1-9 0 0,-9-9-1 0,0-1-3 0,0-1-3 0,-9 2-1 0,-2-11 2 0,1 9 4 0,-10 3 2 0,-10 8-1 0,10-10 3 0,-20 10 4 0,10 0 2 0,0 10-2 0,10-2-2 0,-10 13-1 0,10-11-2 0,10-1-1 0,0 12 1 0,11-12-1 0,-2-9 0 0,0 11-7 0,11-11-10 0,-11 0-7 0,2-11 3 0,-1 2-1 0</inkml:trace>
  <inkml:trace contextRef="#ctx0" brushRef="#br0" timeOffset="47">11311 11716 15 0,'0'0'4'0,"-10"-8"0"0,10-2 7 0,-10-1 3 0,0 2-4 0,0 9-2 0,-1 9 0 0,11 20-1 0,0 12 0 0,-9-1-1 0,18 8 0 0,2 13-4 0,-11-12-1 0,10 10-1 0,-10-8-7 0,0-3-7 0,0-17-9 0,10-11-1 0,-10-1 6 0,0-19 1 0</inkml:trace>
  <inkml:trace contextRef="#ctx0" brushRef="#br0" timeOffset="48">11380 11678 20 0,'0'0'7'0,"0"20"0"0,0 9 10 0,0 1-4 0,0 10 0 0,0 8-2 0,10 3-6 0,-10 8-2 0,10-9-2 0,-10-10-1 0,0 10 0 0,0-11-2 0,0-20-3 0,0 2-6 0,0-21 0 0,0 0-5 0,0-21 7 0,0 2 3 0,0-20-3 0,0-11 0 0,0-11 8 0,10 13 1 0,0 8 1 0,0 10-1 0,0 9 1 0,0 13 3 0,10-2 1 0,0 10-1 0,-1-11-1 0,1 11 1 0,10 0 1 0,-10-9-1 0,0-1-2 0,0-1-2 0,-11 2 0 0,1-1-1 0,-10 10-1 0,0-10 0 0,-19-1 0 0,-1 2 1 0,0 9 2 0,0 9 1 0,0-9 2 0,0 11 3 0,0-1-1 0,11 9 0 0,9 2 0 0,0-12-1 0,9 12-2 0,1-2-2 0,20-9 0 0,-10 0-1 0,0-1 1 0,10-9-2 0,-11 0 1 0,-9 0-1 0,10 0 0 0,-10-9 0 0,-10-1 1 0,10-11 0 0,-10 13 0 0,0-2 0 0,-10-10 1 0,10 10-1 0,0-10 0 0,0 10-1 0,10 0 1 0,0-1 1 0,0 11-2 0,0 0 2 0,10 0-1 0,-10 11 1 0,-1-1 3 0,1 9 3 0,-10 2-1 0,10-1-1 0,-10-2-2 0,11 3-1 0,-2-11 0 0,1-1-2 0,-1 2 0 0,12-11-8 0,9 0-16 0,-11-11-11 0,0-18 11 0,2 10 2 0</inkml:trace>
  <inkml:trace contextRef="#ctx0" brushRef="#br0" timeOffset="49">11976 11349 16 0,'0'0'10'0,"-20"0"0"0,10 0-2 0,0 21 2 0,0 9 0 0,10 19-1 0,10 20-3 0,10 1-3 0,0-11-2 0,-10 2-6 0,0-12-15 0,-1-9-5 0,-9-10 8 0,0-20 1 0</inkml:trace>
  <inkml:trace contextRef="#ctx0" brushRef="#br0" timeOffset="50">11857 11746 22 0,'0'0'7'0,"0"0"2"0,10-9 4 0,-1 9 0 0,21-10-9 0,0 10-3 0,10 0-2 0,-11 0-11 0,11 0-12 0,-10 10 8 0,-30-10 0 0</inkml:trace>
  <inkml:trace contextRef="#ctx0" brushRef="#br0" timeOffset="51">12154 11786 15 0,'0'0'3'0,"0"0"4"0,0 0 6 0,-10 0-3 0,10 0-6 0,0-9 0 0,10 9 0 0,10-10-2 0,-10 0-1 0,10-1-1 0,0 2-1 0,-10-1 0 0,0 10-3 0,-10 0-4 0,10-11-2 0,-20 11 6 0,0 0 3 0,0 0 3 0,-10 11 7 0,0-1 7 0,0-1 2 0,10 12-2 0,0 9-5 0,10-11-4 0,10 2-3 0,10-2-2 0,10-9-1 0,20-10-21 0,9 0-38 0,-9-21 16 0</inkml:trace>
  <inkml:trace contextRef="#ctx0" brushRef="#br0" timeOffset="52">12769 11617 18 0,'0'0'10'0,"0"-9"-5"0,-9 9 1 0,-1 30 4 0,0 40 0 0,0 8-3 0,10 21-4 0,10-18-1 0,0-12-1 0,-10-9 0 0,10-2-1 0,-10-28 0 0,0-9 1 0,0-11 0 0,0-10-1 0,0-10-6 0,-10-20-1 0,10-10 4 0,0-10 2 0,0 1-5 0,0-20 0 0,10-1 3 0,-1 19 3 0,11 22-1 0,0 10 0 0,0 8 1 0,0 2 0 0,10 9 0 0,-11 0 0 0,1 0 0 0,0 9 0 0,0-9 1 0,-10 0-1 0,0 0 1 0,1 0-1 0,-11 0 1 0,0 0-2 0,-11-9 0 0,-9 9 1 0,0-10 0 0,0 0 0 0,0 10 1 0,1 0 1 0,-1 0 1 0,0 0 2 0,10 10-1 0,0 9 1 0,10 2-1 0,10-12-1 0,0 12-1 0,10-2 0 0,10-9 0 0,-11 0-1 0,11-10-1 0,-10 0 1 0,11 0-2 0,-12-10-1 0,0-11-5 0,2 13-2 0,-21-22 3 0,9 20 3 0,-9-10 2 0,0 0 1 0,-20 9 0 0,10 2 0 0,0 9 1 0,-9 0 3 0,10 9 2 0,-12 2 0 0,11-1-1 0,10 0-2 0,-10 10 0 0,10-10 0 0,20 10 0 0,1-10 0 0,-2-2-1 0,0 3 1 0,2-11-1 0,7 0-2 0,-7-11 0 0,-1 11 1 0,0-18-2 0,-11 7 0 0,1-8 0 0,-1-1 0 0,2 10 0 0,-11 0 0 0,10-1 0 0,-10 11 0 0,10-9 0 0,-10 9 0 0,10 9 1 0,10 12-1 0,-10-11 0 0,0-1 0 0,10 12 1 0,-20-12 0 0,9 2 1 0,-9 7 3 0,-9-7 4 0,-11-1 2 0,0-10-3 0,0 10-2 0,0-10-2 0,-1 0-2 0,12 0-1 0,-1 0 0 0,1 0-8 0,9 0-19 0,9 0-18 0,10 0 6 0</inkml:trace>
  <inkml:trace contextRef="#ctx0" brushRef="#br0" timeOffset="53">13722 12065 16 0,'0'0'8'0,"-20"0"-6"0,1 0 2 0,-2-20 3 0,11 0 1 0,-9 0-1 0,10-10-1 0,-2 10-4 0,11 1-2 0,11-2 1 0,-2 2-2 0,10 8 1 0,-9-8 0 0,20 9 0 0,0-9 0 0,-11 9 0 0,12-10 0 0,-12-1 1 0,1 2-2 0,-10-2-3 0,0 2-1 0,-10 8 2 0,0-7 1 0,-20 7 1 0,9 2 1 0,-17 9 2 0,-3 0 3 0,12 20 3 0,-11-2 1 0,10 3-1 0,10-1-2 0,-9-10 0 0,19 9-3 0,9-8 0 0,11 8-2 0,0-19 0 0,10 11 0 0,10-22-4 0,-11 2-12 0,1-12-12 0,0 2-3 0,-20 9 7 0</inkml:trace>
  <inkml:trace contextRef="#ctx0" brushRef="#br0" timeOffset="54">13831 11291 17 0,'0'0'5'0,"0"10"37"0,0 9-26 0,0 10-5 0,10 12-4 0,-10 9-4 0,0 28-2 0,0-8 0 0,0-11-1 0,0 2-12 0,0-12-12 0,0-20-4 0,10-8 7 0,-10-21 4 0</inkml:trace>
  <inkml:trace contextRef="#ctx0" brushRef="#br0" timeOffset="55">14010 11331 21 0,'0'0'10'0,"0"0"-2"0,0 9-4 0,0 11-1 0,0 10-2 0,-10 29-1 0,10 1-5 0,0 10-15 0,0-41-2 0</inkml:trace>
  <inkml:trace contextRef="#ctx0" brushRef="#br0" timeOffset="56">14149 11687 16 0,'0'0'2'0,"0"0"2"0,-10 0 2 0,10 11 4 0,0-1-1 0,0 9-2 0,0 11 0 0,10-10-2 0,9-11-3 0,-9 12 0 0,10-21-3 0,0 9-9 0,-10-18-18 0,0 9 2 0</inkml:trace>
  <inkml:trace contextRef="#ctx0" brushRef="#br0" timeOffset="57">14228 11509 29 0,'0'0'10'0,"-10"-10"2"0,10 0-6 0,-10 10-5 0,10-11-3 0,10 22-31 0,-10-1 10 0</inkml:trace>
  <inkml:trace contextRef="#ctx0" brushRef="#br0" timeOffset="58">14327 11678 14 0,'0'0'4'0,"-9"0"-1"0,9 0 3 0,-11 0 3 0,11 0 0 0,0 9 1 0,0 12-2 0,0-13-2 0,11 13-1 0,-11-1-2 0,9 0 0 0,1-11-1 0,1 2 0 0,-2-1-1 0,1-10 0 0,-1 0-1 0,12 0-3 0,-2-10-9 0,0-10-5 0,-8 0 4 0,-1 0 4 0,10 10 4 0,-10-9 2 0,-10 9 3 0,0-1 1 0,0 11 8 0,0 0 4 0,0 21 0 0,0-13-1 0,0 13-2 0,0-1-5 0,10-10-1 0,0 0-1 0,0 10-1 0,10-20-1 0,-1 0 0 0,11 0 0 0,-10 0-1 0,10-11-1 0,-10-8-2 0,9-2-2 0,-9 2-2 0,0 0 0 0,0-11 1 0,0 10 3 0,0-10 1 0,-1 0 0 0,-9 1 1 0,0-1 0 0,-10 9 0 0,0-8 1 0,-20 0-1 0,11 9 2 0,-21-1-1 0,10 2 2 0,0 19 3 0,10 0 2 0,-10 19-1 0,20 11 0 0,-10 10-2 0,20 19 0 0,0 10 2 0,0 1-2 0,10 0-1 0,-10-11-3 0,10 10 1 0,0 12-2 0,-1-12 1 0,-9-20-3 0,0 11-3 0,0-30-3 0,0 0 2 0,-10-20-2 0,0-1-3 0,-10-9-3 0,0-19 6 0,-10-11 6 0,1 0 2 0,9-10-2 0,-10-10 0 0,10 1 2 0,0-1 2 0,10 10 1 0,0 10 3 0,10 11 1 0,20-2 0 0,-10 3 0 0,-1 7 0 0,1 2-2 0,10-1 0 0,1-1-1 0,-3 2 0 0,-8-1-1 0,10-11 0 0,-10 12-2 0,-1-1 0 0,2-1 0 0,-11-7 1 0,-1 7-1 0,-9 2 0 0,-19-1-1 0,-2 10 1 0,-7 0 0 0,-2 10 3 0,-1-1 5 0,3 12 0 0,7-2-1 0,1-9-2 0,10 10-1 0,10 0-2 0,10-11 0 0,10 12-1 0,10-1-1 0,-1-20 0 0,1 10-2 0,0-10-1 0,0 0-3 0,-10-10-2 0,-1-1 7 0,-10 2 0 0,2-1-1 0,-22-1-5 0,2 2-3 0,-1-1-10 0,1 0 0 0,9-1 5 0,-10 2-6 0</inkml:trace>
  <inkml:trace contextRef="#ctx0" brushRef="#br0" timeOffset="59">15161 11647 17 0,'0'0'6'0,"0"0"3"0,-10 0 8 0,0 0-5 0,0 0-8 0,0 0-1 0,10 0-2 0,0 11 1 0,0-1 0 0,0 9 0 0,10-8-2 0,10 7 0 0,-10 12 1 0,0-9-2 0,-1-2 1 0,11 2 0 0,-20-1 0 0,10-10 1 0,-10-2 4 0,-10 3 3 0,0-11-1 0,0-11-4 0,1 11-1 0,-1-8-2 0,0 8-1 0,0 0-9 0,10-10-15 0,0 10-8 0,-10 0 1 0</inkml:trace>
  <inkml:trace contextRef="#ctx0" brushRef="#br0" timeOffset="60">15529 11837 14 0,'0'0'3'0,"0"0"0"0,-11 0 2 0,11 0 0 0,11 0 4 0,8 0-8 0,10 0-1 0,-9 0 0 0,10 0-3 0,-11 0-7 0,2-10 0 0,-11 10-7 0</inkml:trace>
  <inkml:trace contextRef="#ctx0" brushRef="#br0" timeOffset="61">15726 11588 16 0,'0'0'3'0,"-10"20"-1"0,10 19 2 0,0 30 2 0,10 1 1 0,10 10-1 0,0-10-2 0,-10 8-3 0,0-17-1 0,0-2 0 0,0-19 1 0,-10-10-1 0,0-11 2 0,0-9-1 0,-10-10 1 0,10-10-2 0,-10-9-1 0,10-21 0 0,-10 0 1 0,10 0-1 0,0 1 1 0,0-11-2 0,0-9 1 0,0 8 1 0,0 22 0 0,0 0-1 0,10 18 1 0,0 2 0 0,0-1 1 0,-1 10-1 0,1-11 1 0,0 11 0 0,10 0 0 0,-10-9 0 0,0-1-1 0,10 0 0 0,-20 10 0 0,10-11-1 0,-10 2-1 0,0 9 0 0,0-10 1 0,-20 10 0 0,10-11 1 0,-10 11 1 0,10 11 1 0,0-1 3 0,0-1 0 0,0 12 0 0,10-11 1 0,0 10-2 0,10-10-2 0,10-1 1 0,0 2-1 0,0-1-1 0,10-10 1 0,-10 0-1 0,-1 0-1 0,11-10-1 0,-10-1-3 0,0 2-5 0,0-1 1 0,-10-10 2 0,9 0 4 0,-9 9 2 0,-10-8 0 0,0 8 0 0,0 3 2 0,0 8 4 0,-10-10 4 0,10 20-2 0,-9-2-3 0,9 3-1 0,0 8-2 0,9-8 1 0,-9-1-2 0,30 9 0 0,-10-19-1 0,10 11 1 0,-10-11-7 0,9 0-10 0,-9-11-9 0,0 2 0 0,0-11 12 0,-10 20 0 0</inkml:trace>
  <inkml:trace contextRef="#ctx0" brushRef="#br0" timeOffset="62">16253 11271 16 0,'0'0'3'0,"-11"0"0"0,11 0 1 0,0 9 5 0,-10 12 1 0,10 18 1 0,10 21-2 0,10 0-1 0,10 9-6 0,-10-29-1 0,-11 29 0 0,1-29-5 0,-10-2-11 0,9-8-10 0,-9-19-8 0</inkml:trace>
  <inkml:trace contextRef="#ctx0" brushRef="#br0" timeOffset="63">16153 11608 28 0,'0'0'4'0,"11"0"3"0,8 0 1 0,10 0 1 0,12 0-6 0,-2 0-3 0,-10 0-9 0,11 0-9 0,-10 0 6 0,-10 0 7 0,-10 0-10 0</inkml:trace>
  <inkml:trace contextRef="#ctx0" brushRef="#br0" timeOffset="64">16460 11608 13 0,'0'0'2'0,"0"0"3"0,-10 9 5 0,1-9 2 0,9 11-3 0,-10 8-1 0,10 12 0 0,0-11-3 0,10-10 0 0,-1 19-2 0,1-9 1 0,0 0-2 0,10-11 0 0,-10 2-1 0,0-1-1 0,10-10-4 0,-10 9-17 0,0-18-14 0,0 9 6 0</inkml:trace>
  <inkml:trace contextRef="#ctx0" brushRef="#br0" timeOffset="65">16540 11499 22 0,'0'0'10'0,"0"0"3"0,-10-10-4 0,10 10-2 0,0 10-34 0,20 9 8 0,-20-19 4 0</inkml:trace>
  <inkml:trace contextRef="#ctx0" brushRef="#br0" timeOffset="66">16659 11647 14 0,'0'0'3'0,"0"0"2"0,-10 0 5 0,10 0 4 0,-10 11-3 0,10-1-3 0,0 9-1 0,0-8-3 0,10 7-2 0,0 3 0 0,0-12-1 0,-10 12 1 0,10-21 1 0,0 10-2 0,0-10 0 0,9 0 0 0,-9-10-2 0,10 0-2 0,0-10-4 0,0 10 0 0,-9-9 2 0,-2 19 2 0,1-10 3 0,-10-1 0 0,11 11 3 0,-11 11 5 0,0-1-1 0,0-2-1 0,8 13-1 0,-8-12-1 0,10 2 0 0,0-1-1 0,10 0 0 0,-9-1-2 0,8-9 0 0,1 0 0 0,0 0-1 0,-1 0 1 0,1-9-2 0,10-1 0 0,-10 0-2 0,-10-10-3 0,10-1 1 0,-10 13 1 0,-10-2 1 0,0-1 0 0,-10 2 0 0,-10-1 2 0,0 10 0 0,10 0 0 0,-20 0 3 0,10 0 3 0,1 10 3 0,9 10-2 0,10-2-2 0,0-7-1 0,10 8 0 0,-1 2-1 0,10-11 1 0,2 10-1 0,9-10-1 0,-10-10 0 0,10 0 0 0,-1 0-1 0,-9 0 0 0,10-10-1 0,-10-1-2 0,0 2-4 0,-1-1 0 0,1-11-1 0,-10 12 3 0,-10-1 2 0,10 10 2 0,-10-11 0 0,-10 11 1 0,10 0 2 0,0 0 2 0,-10 11 1 0,10-1 0 0,0-1-1 0,10-9 0 0,-10 11-1 0,10-1 0 0,0 0-1 0,10-10 0 0,-10 9-1 0,10-9-1 0,0 0 0 0,-11 0 1 0,1-9-6 0,0 9-4 0,0-10 1 0,0 0 1 0,-10-1 3 0,0 2 3 0,10 9 0 0,-10-10 3 0,0 10 4 0,0 0 4 0,0 10-1 0,10-1-3 0,-10-9-2 0,20 21-2 0,0-11 0 0,1-10-1 0,7 9-1 0,3-9-2 0,-3 0-10 0,3-9-7 0,-3-11-8 0,-7 0-3 0,-1-1 13 0,0 3 6 0</inkml:trace>
  <inkml:trace contextRef="#ctx0" brushRef="#br0" timeOffset="67">17671 11449 11 0,'0'0'5'0,"-10"-30"0"0,0 11 2 0,0-11 6 0,-10 0 9 0,20 10-7 0,-11 20-7 0,2 0 0 0,9 29 1 0,0 22 0 0,9 9 0 0,12-2-2 0,-1-7-3 0,0-3-1 0,-10 3-2 0,10-11-3 0,-20-11-10 0,10-9-14 0,-10 0-18 0,0-11 9 0,0-9 18 0</inkml:trace>
  <inkml:trace contextRef="#ctx0" brushRef="#br0" timeOffset="68">17542 11579 22 0,'0'0'21'0,"0"-10"-5"0,0 0-3 0,20 10 1 0,9-11-7 0,11 11-4 0,0 0-2 0,-10 0-11 0,9 0-29 0,-9 0-9 0</inkml:trace>
  <inkml:trace contextRef="#ctx0" brushRef="#br0" timeOffset="69">17859 11746 36 0,'0'0'8'0,"0"0"19"0,10-9-17 0,10 9-8 0,0-10-1 0,0-1-1 0,0 11-2 0,-10-8-4 0,0-2-3 0,-1-1-5 0,-9 2 2 0,0 9 8 0,-19-10 3 0,9 10 1 0,-10-10 2 0,0 20 14 0,0-10-3 0,0 19 5 0,10-8-10 0,0 7-1 0,1 3-1 0,9-12-3 0,19 12-1 0,1-11 0 0,10-1-1 0,-10 2 0 0,10-11-1 0,9 0-2 0,-9-11-4 0,0-8-4 0,0-2-3 0,-1 2-2 0,-9 8 7 0,-10 3 5 0,1-2 3 0,-11-10 0 0,0 20 3 0,0-10-1 0,0 10 0 0,9 10-1 0,1-1-1 0,-1 2 0 0,2 7-2 0,9 3 1 0,-11-1 0 0,1-10 2 0,-1 9 0 0,-9-8 8 0,-9-1 6 0,-1-1-3 0,1-9-7 0,-11 0-3 0,9 0-2 0,11-9-4 0,-9 9-15 0,9-10-19 0,20 10-8 0</inkml:trace>
  <inkml:trace contextRef="#ctx0" brushRef="#br0" timeOffset="70">18504 11827 40 0,'10'0'25'0,"0"0"-17"0,10 0 8 0,-10 0-7 0,0-11-7 0,0 11-8 0,10 0-22 0,-20 0-14 0,10 0 18 0</inkml:trace>
  <inkml:trace contextRef="#ctx0" brushRef="#br0" timeOffset="71">24199 12343 255 0,'-615'-70'0'0,"337"90"0"0,-39 20 0 0,-1 19 0 0,-237 80 0 0,515-129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8-03T14:15:54.031"/>
    </inkml:context>
    <inkml:brush xml:id="br0">
      <inkml:brushProperty name="width" value="0.05292" units="cm"/>
      <inkml:brushProperty name="height" value="0.05292" units="cm"/>
      <inkml:brushProperty name="color" value="#FF8000"/>
      <inkml:brushProperty name="antiAliased" value="0"/>
    </inkml:brush>
  </inkml:definitions>
  <inkml:trace contextRef="#ctx0" brushRef="#br0">14268 4563 3 0,'-9'0'5'0,"-32"0"-1"0,-9 0-2 0,1 11 0 0,-1 18-1 0,-9 0 1 0,-1 12 1 0,11 9 0 0,-1 9 1 0,10 1-2 0,10 19-1 0,11 10 0 0,-2 0 0 0,21-20-1 0,0 11 0 0,31-10 0 0,-3-11 1 0,23-9 0 0,28-20 0 0,11 0-1 0,19-22 0 0,0 13-1 0,10-31 0 0,0-19 1 0,0-21 1 0,-10-11-1 0,-19 3 0 0,-21 8 1 0,-19 1 0 0,-21-1-1 0,-9-19 0 0,-10 19 0 0,-20-29-1 0,-10 29 0 0,-39-19 0 0,-11 9 2 0,1 20-1 0,-20-9 0 0,9 18-1 0,11 22-1 0,-11-1-1 0,11 20-4 0,9-1 1 0,50-9-3 0</inkml:trace>
  <inkml:trace contextRef="#ctx0" brushRef="#br0" timeOffset="1">15070 4792 10 0,'0'0'8'0,"-9"-20"-5"0,9 9-1 0,0 2 0 0,0-12 0 0,9 3 1 0,2 7-1 0,9-8 0 0,0 9-1 0,-10 10 0 0,0 0-1 0,0 20 1 0,0 0 0 0,-10-2-2 0,0 3 2 0,0 9-2 0,0-11 0 0,0 2-1 0,0 9-4 0,0-11-3 0,0-9-6 0</inkml:trace>
  <inkml:trace contextRef="#ctx0" brushRef="#br0" timeOffset="2">15161 5069 13 0,'-10'0'9'0,"10"0"-3"0,-10 0 1 0,10 0 1 0,-10 0-6 0,10 0-3 0,10-9-17 0,0 9-8 0</inkml:trace>
  <inkml:trace contextRef="#ctx0" brushRef="#br0" timeOffset="3">15240 4713 17 0,'0'0'1'0,"-10"-11"6"0,0 2-5 0,0-1-1 0,10 10-1 0,10-10 1 0,20-1-1 0,-10 2 1 0,0-1-2 0,-1 10 1 0,1 10 1 0,-10-1 0 0,0 22 0 0,0-11-1 0,0 9 1 0,-10 1-1 0,-10 10 0 0,10-10 0 0,0-1 0 0,-10 0-4 0,10 1-5 0,0-9 4 0,0-2-10 0</inkml:trace>
  <inkml:trace contextRef="#ctx0" brushRef="#br0" timeOffset="4">15339 5069 10 0,'0'0'6'0,"0"11"-1"0,0-11 8 0,10 0 16 0,-10 0-19 0,0-11-4 0,10 11-5 0,-10 0-1 0,10 0-3 0,-10-9-10 0,10 9-12 0,0 0 2 0,0 0 7 0</inkml:trace>
  <inkml:trace contextRef="#ctx0" brushRef="#br0" timeOffset="5">7154 5278 3 0,'-10'0'6'0,"10"0"-3"0,10-11 0 0,0 2-1 0,9-11 0 0,11 1 0 0,10-21 1 0,40 0-1 0,-1-9 1 0,10 9-1 0,0-11-2 0,1 13 1 0,-1-2 0 0,40-21 0 0,-31 13-1 0,2-3 0 0,-1 13 0 0,-29-2 0 0,-1 10 0 0,-19 0 0 0,-10 10 0 0,-20 1 0 0,-1 9-1 0,1-1 0 0,-20 11-2 0,-10 11-6 0,10-11-11 0</inkml:trace>
  <inkml:trace contextRef="#ctx0" brushRef="#br0" timeOffset="6">7868 5139 9 0,'0'0'7'0,"-10"0"-6"0,0 10 1 0,0-10-1 0,0 10 0 0,0-10 0 0,10 0-1 0,10 0 2 0,10-10-1 0,0 10 0 0,10-21 0 0,19 3 0 0,11-23 1 0,29 1-1 0,1-8 0 0,9-3 0 0,-20 2 0 0,10 10 0 0,11-2-1 0,-22 12 0 0,-8-1-1 0,-10 11 1 0,-20 9-1 0,-11 10-3 0,-19 0-3 0,0 0-15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8-03T14:15:54.038"/>
    </inkml:context>
    <inkml:brush xml:id="br0">
      <inkml:brushProperty name="width" value="0.05292" units="cm"/>
      <inkml:brushProperty name="height" value="0.05292" units="cm"/>
      <inkml:brushProperty name="color" value="#FF8000"/>
      <inkml:brushProperty name="antiAliased" value="0"/>
    </inkml:brush>
  </inkml:definitions>
  <inkml:trace contextRef="#ctx0" brushRef="#br0">6310 8463 6 0,'0'0'4'0,"-10"-21"0"0,0 2-2 0,1 0-1 0,-1-1 0 0,-20 0 0 0,10 10-2 0,-10 10 2 0,-9 19 0 0,-1 2-1 0,-20 18 1 0,-9 31 0 0,9-21 1 0,11 1 1 0,-11 10 1 0,21-12-2 0,-21 51 0 0,10 1 0 0,21-10 0 0,-11 18-2 0,20 12 1 0,10-2 0 0,0 2-1 0,0-12 1 0,20-7-1 0,10-33 1 0,20 12-2 0,9-21 1 0,11 0 1 0,29-28-1 0,10-11 0 0,-8-1-2 0,-4-8 1 0,3-1 0 0,-20 0 1 0,-11-1-1 0,-9-9 0 0,0 0 1 0,-11-9 0 0,-9-22 0 0,0-18 1 0,0-20-1 0,-1-20 0 0,-19-31 0 0,-10-8 0 0,0-12 0 0,-10-8-1 0,0-12-3 0,0 12 2 0,-19 39 0 0,-11 10 1 0,-10 18 0 0,-9 22 0 0,19 19-2 0,0 31 0 0,1-1-1 0,39 10-10 0</inkml:trace>
  <inkml:trace contextRef="#ctx0" brushRef="#br0" timeOffset="1">3464 7114 3 0,'0'0'2'0,"0"-11"3"0,0 11-2 0,-11-9-1 0,11 9-1 0,-10 0 1 0,-10 9 0 0,10 12 1 0,0 8 0 0,-10 11 0 0,1 20 0 0,-1 9-2 0,10 1 0 0,10-11-2 0,10 0 2 0,10-19 0 0,9 0-1 0,1-21-3 0,0-8-5 0,0-1-1 0,-30-10-6 0</inkml:trace>
  <inkml:trace contextRef="#ctx0" brushRef="#br0" timeOffset="2">3641 7094 6 0,'0'0'6'0,"0"0"-3"0,-10 0-1 0,10 0 1 0,-10 9 1 0,1 12-1 0,9 8 0 0,-10 11 0 0,10-10-1 0,0 10-1 0,10-11 0 0,-1 1 0 0,1-11 0 0,10-8 0 0,10-1-1 0,10-20 1 0,-11-1-2 0,1-8-2 0,0-2-7 0,-10-9 0 0,-10 22-7 0</inkml:trace>
  <inkml:trace contextRef="#ctx0" brushRef="#br0" timeOffset="3">3542 7103 11 0,'0'0'5'0,"0"0"-3"0,9 0 3 0,12-9 0 0,19-1-3 0,-1-1-1 0,-9 11-1 0,10 0-2 0,-20 0-8 0,-11 0-9 0</inkml:trace>
  <inkml:trace contextRef="#ctx0" brushRef="#br0" timeOffset="4">3523 7292 13 0,'0'0'4'0,"0"-10"0"0,9 10-1 0,10 0 1 0,12-11-2 0,-1 3-1 0,9 8-1 0,-9-10-6 0,0 10-3 0,-10 0-7 0</inkml:trace>
  <inkml:trace contextRef="#ctx0" brushRef="#br0" timeOffset="5">3870 7213 7 0,'0'0'5'0,"0"0"-4"0,-10 0 1 0,0 0-1 0,0 0 1 0,0 10 0 0,0 0 2 0,10 10 0 0,-10-10-1 0,0 9 0 0,10-9-1 0,0-1 0 0,20 2-2 0,0-1 0 0,0-10 1 0,9 0-1 0,-9-10-1 0,10-10-3 0,-10 10-7 0,0-9 4 0,0 19-9 0</inkml:trace>
  <inkml:trace contextRef="#ctx0" brushRef="#br0" timeOffset="6">4028 6974 7 0,'0'0'3'0,"0"-9"1"0,-10-11-2 0,0 9 2 0,1-8 1 0,-1 19 1 0,0 0-1 0,0 19 0 0,0 21 1 0,10 1-1 0,0 8-2 0,10 11-2 0,0-21 0 0,0 0-1 0,0-8 1 0,-1-11 0 0,11-10 0 0,-10-2-1 0,0-8 0 0,10-8 0 0,0-2-2 0,0-10 0 0,-10 0-2 0,9 0 2 0,-9-1 0 0,1 12 1 0,-2-1 1 0,-9 10 2 0,0 0 2 0,0 10-1 0,0-1-1 0,0 2-2 0,0-1 1 0,0-1-1 0,10 2 0 0,-1-1-2 0,2 0-5 0,-1-10-8 0,0 9 2 0,0-9 6 0,0 0-8 0</inkml:trace>
  <inkml:trace contextRef="#ctx0" brushRef="#br0" timeOffset="7">4286 7242 12 0,'0'0'4'0,"0"11"6"0,0-11-6 0,0 0 5 0,10 0-6 0,-10 0-1 0,10-11 0 0,0 2-2 0,0 9 1 0,0-10-1 0,0 0 0 0,-10-1 0 0,0 11 0 0,0-9-1 0,0 9-1 0,0-10 1 0,-10 10 0 0,-10 0 1 0,10 0 1 0,-10 0 0 0,0 19 1 0,10-8-1 0,1-1 3 0,9 0-1 0,0-1-2 0,0 2 1 0,9-1-1 0,1-2 1 0,10-8-2 0,0 11 2 0,0-11-1 0,-10 0 0 0,10 0-1 0,-10-11 1 0,0 3-1 0,-1-13-1 0,1 12-2 0,0-11-2 0,0 9 0 0,-10-8 1 0,-10-1 1 0,10 10 2 0,-10 0 1 0,0 1 0 0,10 9 0 0,-9 0 2 0,9 9 2 0,0 1 1 0,0 9-1 0,0 2-1 0,0-12 0 0,9 2 2 0,1 9-3 0,0-11 0 0,10-9 0 0,0 0-1 0,-10 0 0 0,10 0-1 0,10-9 0 0,-11-1 0 0,-9-11-1 0,10 12-2 0,-10-1 2 0,0-1 1 0,-10 2-1 0,10-1 1 0,-10 10 0 0,0 0 3 0,0 10-2 0,0-1 1 0,0 2-2 0,10-11 2 0,-10 10-1 0,10-10 0 0,0 9 0 0,0-9-1 0,9-9 1 0,-9 9-1 0,0-10-1 0,0-1-3 0,10 2 0 0,-10-1 1 0,0 0 1 0,0 10 1 0,-10 0 1 0,0 0 0 0,0 0 0 0,0 10 0 0,11 9 0 0,-2-19 0 0,-9 11 0 0,19-1-3 0,-9-10-15 0,20 0-4 0,-11-10 11 0,-19 10-3 0</inkml:trace>
  <inkml:trace contextRef="#ctx0" brushRef="#br0" timeOffset="8">4872 6805 10 0,'0'0'5'0,"-10"-9"1"0,-10 9 2 0,10 0 0 0,-1 0 0 0,2 20-1 0,9 10-5 0,0 10-1 0,9 8-1 0,12 13-4 0,-11-2-10 0,0-10-3 0,0 1-3 0</inkml:trace>
  <inkml:trace contextRef="#ctx0" brushRef="#br0" timeOffset="9">4842 7163 12 0,'0'0'2'0,"0"0"2"0,0 0-2 0,0-10 1 0,10 10 1 0,0-10-1 0,19 1-2 0,-9-1-1 0,20 0 0 0,-10-1 0 0,-10 2 0 0,-1 9-1 0,-9-10 1 0,0 10 0 0,-10 0 2 0,0 10 16 0,-10-1-9 0,10 12-2 0,0-11-2 0,-10-1-2 0,10 1-1 0,10-10-1 0,0 10 0 0,20-10-3 0,-10 0-9 0,10 0-16 0,-10-10 5 0,-11 10 6 0</inkml:trace>
  <inkml:trace contextRef="#ctx0" brushRef="#br0" timeOffset="10">5080 6995 16 0,'0'0'13'0,"-10"-10"-10"0,10 10-3 0,0-11 0 0,30 2-1 0,-10 9-3 0,9 0-5 0,-19 0-9 0</inkml:trace>
  <inkml:trace contextRef="#ctx0" brushRef="#br0" timeOffset="11">5288 7004 11 0,'0'0'3'0,"0"0"0"0,0-19 3 0,10 8 0 0,0-18-4 0,10 9-1 0,-20-1-1 0,10 3 0 0,0-2 0 0,-10 0 0 0,0 0-1 0,0 10 0 0,-20-10 1 0,10 20 0 0,-10-10 0 0,0 10 2 0,1 10 3 0,-1-1 5 0,0 21 0 0,10 1-3 0,0 7-1 0,10 23-3 0,0-11-1 0,20-1-1 0,0-19 0 0,0 0 0 0,9-11-1 0,-9-9 1 0,0-10-2 0,0 0 1 0,10-19-1 0,-11-1-4 0,1 0-3 0,10-10 1 0,-21-1 0 0,12-7 2 0,-11-2 1 0,-10 0 3 0,0 11 2 0,-10-1-1 0,0 20 0 0,-10-10 2 0,10 20 0 0,-10 9 3 0,0 12 2 0,11-2-1 0,-1 10-2 0,10 12-2 0,0-12-1 0,10 12-1 0,-1-2 0 0,22 1 0 0,-12-10-1 0,11-11-3 0,0-9-1 0,-11 0-4 0,1-10 1 0,0 0 0 0,0-10 0 0,-10 0 2 0,10-19 5 0,-10 18 1 0,0-8 1 0,0 8 2 0,-10 2 1 0,0-1 1 0,0 10 0 0,9 0-2 0,-9 0 0 0,10 0-2 0,0 0 0 0,0 0 0 0,0-10 0 0,-10 10-1 0,10-11 0 0,0 11 1 0,0-9-1 0,-10 9-2 0,-10-9-1 0,0-2 1 0,-10 11 2 0,10-9-1 0,-19 9 2 0,19 0 0 0,-10 9 0 0,10 2 2 0,0-2 1 0,0 0-2 0,10 12 0 0,10-11-1 0,0 10 0 0,10-10 0 0,-10-1 0 0,9-9 0 0,-9 11 1 0,10-11-2 0,-10-11 1 0,0 2-2 0,10-1 1 0,-10-10-1 0,0 10 1 0,-10 0 0 0,10 10 0 0,-10-11 1 0,0 11-1 0,10 0 9 0,-10 0-7 0,10 0-1 0,-1 0 0 0,1 0 0 0,0 0-1 0,10 0 0 0,-10 0-1 0,10 0 1 0,-10-9-2 0,10 0 1 0,-10-2 1 0,0 11-1 0,-10 0 2 0,0 0 4 0,9 0 0 0,-9 11-1 0,10 7-2 0,-10-18 0 0,20 21-1 0,0-21-2 0,10 10-13 0,0-10-25 0,-1 0 2 0</inkml:trace>
  <inkml:trace contextRef="#ctx0" brushRef="#br0" timeOffset="12">4127 7521 9 0,'0'9'2'0,"0"0"1"0,0 32-2 0,0-12-1 0,0 12 1 0,0-12-1 0,10 0 0 0,0-18 1 0,1-11 1 0,-11 10 1 0,9-31-3 0,1-8 1 0,-10 9-1 0,0-19 1 0,0 9-1 0,0 0 0 0,-10 0 1 0,1 1 3 0,-2-2 0 0,11 12 0 0,-10 8-1 0,10 2-2 0,0 9 1 0,0 9 0 0,21 12 0 0,-2 9-2 0,1 9 2 0,10 11-2 0,-10 9-1 0,9-9 0 0,-19-1 0 0,0-9 1 0,0-11 0 0,-10-18 2 0,-10-1 1 0,0-1 0 0,0-9 0 0,-10-9-2 0,1-12 1 0,9 2-1 0,0 0-1 0,0-1 0 0,10 0 0 0,10 10-1 0,0-1-1 0,19 2 1 0,-9 9 0 0,10-10-1 0,-10 10 0 0,10-10 1 0,-10 10 1 0,9-11 1 0,-9 2-1 0,0 0 0 0,-10-2 1 0,0 2 1 0,-10 9 0 0,0-10 0 0,-20 10-1 0,0 10 1 0,0-1 0 0,-9 2 2 0,9 7 0 0,0-7-1 0,10 9-1 0,0 0-1 0,10-10-1 0,10-1 1 0,20 12-1 0,-1-11 0 0,1-10 0 0,0 0-1 0,-10-10-2 0,0 10-3 0,9-21-5 0,-29 2-3 0,0 8 3 0,0-8 1 0,0 9 2 0,-9-1-7 0</inkml:trace>
  <inkml:trace contextRef="#ctx0" brushRef="#br0" timeOffset="13">4604 7521 12 0,'0'0'3'0,"0"0"3"0,0 0 1 0,-10 0 1 0,-10 9 3 0,10-9-8 0,0 9 0 0,10 2-3 0,0-1 0 0,0 10 0 0,10 0 0 0,0 0 0 0,10 10 0 0,-10-12-1 0,0 13-1 0,10-1 0 0,-20 0-1 0,9-11 1 0,-9 1 2 0,0-20-1 0,-9 0-2 0,9-29 0 0,-10-2 1 0,10 1-1 0,0 1 0 0,10 0 1 0,-1 9 2 0,1-10-1 0,0 20 1 0,10-11-1 0,-10 12 2 0,0-1 0 0,-10 10 1 0,10 0 1 0,-20 0 8 0,0 10-6 0,10-10 0 0,-10 9-1 0,10-9-1 0,0 11-2 0,0-1 0 0,10 9-1 0,0-8 0 0,10 8 0 0,0 1 0 0,-10 0 2 0,9-10-4 0,-9 9 3 0,1-8-1 0,-2 8 0 0,1-19 2 0,-10 11 0 0,0-11-1 0,-10-11-1 0,10 2-1 0,0-12 2 0,-9 2-1 0,9-11-1 0,0 10-1 0,0 1 2 0,9 8 1 0,1-8-1 0,10 9-2 0,-10-1 2 0,0 11-1 0,-10-9 0 0,10 9 1 0,-10 0 2 0,10 9 2 0,-10 2 0 0,0 9 4 0,0 0-2 0,0-10-2 0,0 10-1 0,0-2-1 0,10 3-2 0,-1-11 2 0,11-10-3 0,0 0-1 0,0 0-11 0,-10 0-17 0,10-10 1 0,-10-11 16 0,0 12 5 0</inkml:trace>
  <inkml:trace contextRef="#ctx0" brushRef="#br0" timeOffset="14">4951 7481 11 0,'-10'0'8'0,"0"-11"-4"0,0 2-1 0,0 9-2 0,0 0-3 0,10 0-6 0,0 0-9 0</inkml:trace>
  <inkml:trace contextRef="#ctx0" brushRef="#br0" timeOffset="15">5011 7679 14 0,'0'0'11'0,"0"0"-4"0,0-11 9 0,0 2-3 0,9 0-5 0,1-2-6 0,0 2-1 0,10-1-1 0,-10-10-1 0,0 0-1 0,-10 9-4 0,0 2-3 0,0-1 4 0,-10 10 2 0,-10-11 3 0,10 11 0 0,0 11 4 0,0-1 2 0,1 10 1 0,-1 0 0 0,10 0-4 0,0-10-1 0,10 10 0 0,-1-11 0 0,11 0 0 0,0 2-1 0,10-11-1 0,-10 0 0 0,0 0 0 0,-1-11 0 0,1 2-1 0,-10-11-2 0,0 11-1 0,0-12-1 0,0 12 4 0,-10-1 1 0,0 0 0 0,0 10 1 0,0 0 3 0,-10 10 0 0,10 9 1 0,0-8-2 0,0-1-2 0,0-1 1 0,10 2-1 0,0-2 2 0,0-9-3 0,10 0 1 0,0-9-1 0,-1-2-1 0,-9 2 1 0,10-12-2 0,-10 12 1 0,0-11 0 0,-10 9-1 0,0 2 3 0,0-1-1 0,0-1 0 0,0 11 0 0,0 11 1 0,0-1-2 0,0 10 0 0,10 0 1 0,0 0 0 0,1-1-1 0,-2 1 0 0,1 0 2 0,-10-10-1 0,0 0 2 0,0-10 0 0,-10 0-1 0,1 0 0 0,-2-20 0 0,11 9-2 0,-10 2-3 0,10 0-8 0,0-2-12 0,21 11-7 0,-2-9 11 0</inkml:trace>
  <inkml:trace contextRef="#ctx0" brushRef="#br0" timeOffset="16">5546 7481 13 0,'0'0'6'0,"0"0"3"0,0 0 1 0,0 20 5 0,0 9-4 0,0 10-3 0,10 31-3 0,10-10-3 0,0 19 0 0,-10-9-2 0,0 9 0 0,0-19 0 0,0-20 1 0,-10-32-2 0,0 3 3 0,-10-11-1 0,0-11 0 0,0-7-1 0,0-12-2 0,0-10 1 0,10-1-3 0,-10-28-3 0,10-9-2 0,10 8 1 0,0 20 4 0,20 1 1 0,-10 28 2 0,-1 2 1 0,-9 19 0 0,0 0 3 0,0 10 4 0,-10 10 0 0,0 9-3 0,-10 1 2 0,-10-10-2 0,10 0-3 0,10 0-1 0,-9-11-2 0,9 2-6 0,0-11-14 0,9-20-3 0,1 0 15 0,-10 20-1 0</inkml:trace>
  <inkml:trace contextRef="#ctx0" brushRef="#br0" timeOffset="17">5685 7242 12 0,'0'0'5'0,"-10"0"2"0,10 11 1 0,0 7 5 0,0 12-1 0,0 10-3 0,20 1-3 0,0 28-3 0,-10-19-1 0,0 9 2 0,0-19-4 0,0-10 1 0,0-10 0 0,0-2 0 0,-10-7 0 0,9-11 1 0,1 0-2 0,0-11-1 0,0-7-3 0,10-2-3 0,-10-10 0 0,0 10 0 0,0 0 2 0,-10-1 4 0,10 12 2 0,-10 9 2 0,0-9 4 0,0 18 0 0,0 0-1 0,0-9-3 0,10 11 2 0,-10-1-2 0,10-10-1 0,0 9 0 0,-1-9-1 0,11 11 0 0,-10-11 0 0,0 0-2 0,10 0 1 0,-10-11-4 0,0 2 0 0,1-1 0 0,-2-10-3 0,-9 11 4 0,0-2 2 0,0 2 2 0,0 9-1 0,0 0 3 0,-9 0 1 0,9 9 1 0,0 2-1 0,0 7 0 0,9-7-3 0,-9-1 0 0,19-1 0 0,1-9-1 0,0 0 1 0,-1 0-1 0,2 0 0 0,-1-9-1 0,0-12-6 0,-11 12 2 0,1 0 2 0,0 9 2 0,-10-11 1 0,-10 11 0 0,10 0 1 0,-10 0-2 0,10 0 0 0,-9 0 3 0,9 20-2 0,0 0 0 0,0 10 0 0,0 10-1 0,9 8 0 0,1 13 0 0,10-2-1 0,-10-10 0 0,0-9-1 0,-10-11 4 0,0-8 2 0,-10-12 1 0,-10-9 2 0,10 0-2 0,-9-9-1 0,-1-12-3 0,10 3-1 0,0-2-3 0,10-11-10 0,10 1-19 0,10 11 5 0,-10 9 15 0</inkml:trace>
  <inkml:trace contextRef="#ctx0" brushRef="#br0" timeOffset="18">6340 7411 12 0,'-10'0'17'0,"-10"10"-6"0,-9 0 0 0,19-1-3 0,0 2-6 0,0 8 0 0,10-8 0 0,10 9-1 0,10 9-1 0,-1 1-1 0,-9 0-1 0,10-11 1 0,-10-8 0 0,0-1 1 0,-10-1 0 0,0-18-3 0,0-12 3 0,-10 2-1 0,10-2 2 0,-10-9-2 0,10 12-1 0,0-2 3 0,10 0-2 0,0 9 1 0,0-8 0 0,10 8-1 0,0 11 0 0,-10-9 0 0,-1 9 1 0,1 0-1 0,0 0 2 0,-10 0 1 0,10 0 6 0,-10 20 2 0,0-1-1 0,0 2 0 0,0-2-4 0,10 1-3 0,0 0 1 0,0-10-5 0,10-1 4 0,10-9-9 0,-11-9-16 0,1-1-15 0,0-19 16 0,-20 29 12 0</inkml:trace>
  <inkml:trace contextRef="#ctx0" brushRef="#br0" timeOffset="19">6529 7332 12 0,'0'0'4'0,"-10"-10"1"0,-10 10-4 0,10 0-1 0,10 0-5 0,0 10-12 0</inkml:trace>
  <inkml:trace contextRef="#ctx0" brushRef="#br0" timeOffset="20">6677 7521 11 0,'0'0'2'0,"0"-11"10"0,10 11 1 0,1-9-5 0,8-11-6 0,-10 9-1 0,12-8 0 0,-21 8-2 0,0 2 0 0,-10-1 0 0,-10 0 1 0,1 10 0 0,-2 0 2 0,2 0 0 0,0 10 2 0,8 0 2 0,11 10-1 0,-10-1 0 0,20 12-4 0,1-2-1 0,-2 10 1 0,10 1-1 0,-9-10-3 0,0 20 2 0,10-10-4 0,-10-10-9 0,-10-1-9 0,9 11 9 0,-9-31 1 0</inkml:trace>
  <inkml:trace contextRef="#ctx0" brushRef="#br0" timeOffset="21">6539 7729 14 0,'0'0'12'0,"0"-10"-2"0,19-1 2 0,1 2 3 0,10-11-7 0,10 9-5 0,-1 2-2 0,0 0-4 0,-8 9-9 0,-1-11-15 0,-1 11-6 0</inkml:trace>
  <inkml:trace contextRef="#ctx0" brushRef="#br0" timeOffset="22">6866 7392 12 0,'0'0'12'0,"-20"-10"2"0,10 10 0 0,-10 0-2 0,10 0-7 0,0 0-2 0,1 0-3 0,9 10 0 0,0-2-1 0,19 13 1 0,1-2-2 0,10 11-1 0,0 1 1 0,-10-11 0 0,-1 9 1 0,-9-10 0 0,-10 2 3 0,0-11 1 0,0-10 0 0,-10 0-1 0,10-10-1 0,-9-11 0 0,9 12-2 0,-10-1-2 0,10-1-8 0,0 2-13 0,0 9 6 0</inkml:trace>
  <inkml:trace contextRef="#ctx0" brushRef="#br0" timeOffset="23">7213 6895 14 0,'0'0'2'0,"0"-9"3"0,-10-2 2 0,10 11 2 0,-10-9 0 0,0-1-2 0,10 0-3 0,0 10-2 0,0-11-1 0,0 11 0 0,10 0 0 0,10-9 0 0,0 9 1 0,10 9 3 0,0 12 1 0,-1 9-1 0,10 49-1 0,2 20 0 0,-12-20 0 0,-9 11 1 0,0-1-2 0,0-11 0 0,0 13-2 0,-20-13 1 0,10-8-1 0,-10-20 0 0,-10 10-2 0,0-21 3 0,-10-20 0 0,10 2 0 0,-10-1-1 0,10-10-2 0,0 0 3 0,1-10-8 0,9 9-14 0,0-9-21 0,0 0 4 0,0 0 25 0</inkml:trace>
  <inkml:trace contextRef="#ctx0" brushRef="#br0" timeOffset="24">9158 6955 10 0,'0'0'4'0,"0"-10"0"0,-20-1-1 0,10 11 0 0,-10-9 1 0,0 9 0 0,1 0 0 0,-11 9 0 0,0 12 1 0,10 9 1 0,-19 18-1 0,9-8-1 0,10 1-1 0,0-2-2 0,20-9-1 0,0 0 1 0,20-10-1 0,0-11-1 0,0 2 1 0,19-11-4 0,1 0-2 0,0 0-6 0,-1-11-3 0,-9-8 6 0,10-2-9 0</inkml:trace>
  <inkml:trace contextRef="#ctx0" brushRef="#br0" timeOffset="25">9238 7084 9 0,'0'0'5'0,"0"0"-2"0,-11 0 1 0,1 0 3 0,0-11 1 0,10 11-2 0,-9 0 1 0,9 0 0 0,-10 0 0 0,10 41 0 0,0-2-3 0,0 1-1 0,10 30-1 0,9-11-1 0,-9-10 0 0,1-9-1 0,-2 10 0 0,-9-10 1 0,10-20 0 0,-10-2 0 0,0-18 0 0,0 11 0 0,-10-11-1 0,10-20-2 0,-9 0 1 0,-2-9 1 0,1-12-1 0,0 12 1 0,1-11 0 0,9 1-1 0,0-1 0 0,9 1-1 0,11-1 0 0,0 10 0 0,-1 19 0 0,12 2 1 0,-21 9-1 0,10 0 1 0,-11 9 0 0,1 12 1 0,-10-12 0 0,-10 2 1 0,1-1 1 0,-11 0-1 0,0-1 0 0,10-9 0 0,-1 0-3 0,11 0-3 0,0 0-8 0,0-9-3 0,11-1 3 0,9 0 7 0,-10-1 2 0,-10 11-4 0</inkml:trace>
  <inkml:trace contextRef="#ctx0" brushRef="#br0" timeOffset="26">9406 6816 10 0,'0'-11'6'0,"0"-8"-1"0,-10 9 4 0,0 10 1 0,0 10 2 0,10 20 2 0,0 40-4 0,10 9-4 0,0-11-5 0,0-7 0 0,-10-2-2 0,20-19-6 0,-20-31-13 0,10 12-6 0,-10-21 9 0,0 0 4 0</inkml:trace>
  <inkml:trace contextRef="#ctx0" brushRef="#br0" timeOffset="27">9327 7044 18 0,'0'0'8'0,"0"0"-1"0,-10 0 1 0,29 0 9 0,11-11-16 0,0 11-5 0,0 0-6 0,9 0-6 0,-9 11 3 0,-30-11-3 0</inkml:trace>
  <inkml:trace contextRef="#ctx0" brushRef="#br0" timeOffset="28">9525 7163 15 0,'0'0'3'0,"-10"0"0"0,10 0 1 0,20-10 14 0,-10 0-14 0,0 1-2 0,10-1-2 0,-1 0 1 0,-19 10-2 0,10-11 1 0,-10 11-2 0,0 0 2 0,-10 11 1 0,1 9 4 0,-11-11 1 0,10 1-1 0,0 9-3 0,10-8 1 0,0-1 0 0,10-1-2 0,0-9 0 0,10 0 0 0,-11 0 0 0,21-9-2 0,-10-1-1 0,0-1 1 0,0 2-1 0,0-1 1 0,-1 0 1 0,-9 10 0 0,10 0 0 0,-10 0 0 0,0 0 0 0,-10 10 0 0,0-10 2 0,0 10-1 0,0-10 1 0,-10 0 0 0,0 9 0 0,10-9-1 0,-10 11-1 0,10-11-1 0,10 0-15 0,-10 0 1 0,10 0-2 0,0 0 6 0,0 0-8 0</inkml:trace>
  <inkml:trace contextRef="#ctx0" brushRef="#br0" timeOffset="29">10061 7094 13 0,'0'0'2'0,"0"0"3"0,-10 0 1 0,10 9 0 0,-10-9 0 0,10 0 1 0,20 0 9 0,-10 0-10 0,0 0-3 0,9-9-2 0,-9-1-1 0,0-1-2 0,0 2-2 0,-10-1-2 0,10-11 0 0,-10 21 3 0,-10-9 1 0,10 9 2 0,-10 0 0 0,-10 0 2 0,1 20 2 0,9-10 3 0,-10 9-1 0,20 11-1 0,-10-19-3 0,10 9 1 0,0-11 0 0,20 1-2 0,0 0 1 0,-1-10-2 0,11 0 0 0,-10 0 1 0,0-10-2 0,0 0-1 0,0 1 0 0,-1-11 0 0,-9 9 0 0,0 2 1 0,10-1 1 0,-20 10 1 0,0 0 1 0,0 0 3 0,0 10-3 0,0-1 0 0,10-9 0 0,-10 11 0 0,10-11-1 0,-10 0 1 0,10 0-1 0,10 0 0 0,-10 0-2 0,0-11 1 0,9 2-2 0,-9-1 1 0,10 10 0 0,-10-11 0 0,0 2 1 0,0 9 2 0,-10 0 0 0,10 0 0 0,-10 9-1 0,0 2 1 0,10-1-2 0,1-10 0 0,-2 0-2 0,10 0-7 0,1 0-10 0,0 0-7 0,-1 0 6 0,2 0-2 0</inkml:trace>
  <inkml:trace contextRef="#ctx0" brushRef="#br0" timeOffset="30">10735 6965 16 0,'0'0'10'0,"0"0"-1"0,0-10 5 0,0 20 21 0,10 10-31 0,-10-1-2 0,10 1-1 0,0 10 0 0,0-11-1 0,-10 2 1 0,0-12-2 0,10 2 2 0,-10-1-1 0,0-20-5 0,-10-10 2 0,10-10 1 0,0 10-2 0,0-9 0 0,0-1-1 0,0 0 2 0,0 0 2 0,0 9 0 0,10-8 0 0,-10 10 1 0,0-2 1 0,0 12-1 0,0 9 1 0,10 9 3 0,-10 12 0 0,20 9 0 0,-10-1 0 0,10 11-2 0,-1 0-1 0,-9-2 0 0,0 2-1 0,0-10 0 0,-10 1 0 0,0-22 0 0,-10 11 0 0,0-11 0 0,-9-9 0 0,9 0 0 0,0-9-2 0,10-11 0 0,0 11-1 0,0-1-1 0,10 0 0 0,0-10 2 0,9 20 3 0,-9-10-1 0,10 10 0 0,0 0 0 0,0 0 1 0,0 0 1 0,0-11 0 0,-1 11 0 0,-9-9-1 0,10-1 0 0,-10 0-1 0,10-1 0 0,-20 2 0 0,10 9 0 0,-10-9 0 0,0-2 0 0,-10 2 0 0,0 9 0 0,-10 0 0 0,10 0 2 0,0 0 1 0,-10 9 2 0,11 11 0 0,-1 0 0 0,10 0-2 0,0-11-2 0,10 21 1 0,9-19-2 0,1 9 0 0,0-20-1 0,10 0-4 0,-10 0-4 0,9-20-7 0,-19 9-4 0,20-19 5 0,-10 11 7 0,0-2 5 0,-10-8 3 0,0 20 1 0,-10-12 1 0,0 12 3 0,0-1 0 0,-10 0 4 0,10-1-1 0,-10 11-2 0,10 11 0 0,0 9-2 0,0-11-1 0,0 12-1 0,10-1 1 0,-10 9-2 0,10-9 0 0,0 0 0 0,-1-10-1 0,1-1 1 0,-10 2 0 0,9-11 0 0,-9 0-2 0,11-20 1 0,-11 10-2 0,0-10-1 0,10 0 0 0,-10 9 0 0,0-18 0 0,10 20 1 0,0-1 2 0,0-1-1 0,-10 2 3 0,10 9 1 0,0-10 3 0,0 20-1 0,0-1 0 0,-10 12 1 0,0-12 0 0,10 2-1 0,-1 7-2 0,1-7-2 0,-10-1 0 0,20 0-2 0,-10-10-6 0,10 0-21 0,0 0-16 0,0-10 11 0</inkml:trace>
  <inkml:trace contextRef="#ctx0" brushRef="#br0" timeOffset="31">11490 6835 16 0,'0'0'8'0,"-10"0"6"0,0 0-10 0,0 0-3 0,0 0-1 0,20 0-6 0,10 11-5 0,-10-1 2 0,-1 0 6 0,11-1-3 0,-20-9 0 0</inkml:trace>
  <inkml:trace contextRef="#ctx0" brushRef="#br0" timeOffset="32">11539 6886 8 0,'0'0'6'0,"0"9"-3"0,-10-9 0 0,10 9 4 0,0 12 0 0,0-12-2 0,0 12 0 0,0-11 2 0,0 20-1 0,10-10-2 0,-10-11-1 0,0 11 0 0,10 0-1 0,-10-11-1 0,10 2 1 0,-10-11-2 0,0 0-2 0,0-11-1 0,0-8 0 0,0-2 1 0,0 3 1 0,0-2-1 0,0 10 1 0,10-10 0 0,-10 10 1 0,10 10-1 0,0 0 1 0,10 0 0 0,-10 0 0 0,19 10-1 0,-9-10 1 0,10 0 1 0,-9 0 0 0,-2 0 1 0,0-10-1 0,-9 0 1 0,1-1-2 0,-11 11 1 0,0-9 0 0,-21 9 2 0,11 0 0 0,-9 0 2 0,10 0 5 0,-12 9-5 0,1 2 6 0,10-1-5 0,10 9-3 0,0 2-2 0,10-1 0 0,10-2 0 0,1 3-4 0,17-11-10 0,-8-1-29 0,0 2 1 0,-20-11 27 0</inkml:trace>
  <inkml:trace contextRef="#ctx0" brushRef="#br0" timeOffset="33">16818 14009 255 0</inkml:trace>
  <inkml:trace contextRef="#ctx0" brushRef="#br0" timeOffset="34">11906 6995 4 0,'0'0'2'0,"10"0"4"0,0-10-3 0,0-1-1 0,10-8-1 0,-10 9 2 0,10-1 0 0,-10-8-1 0,-10 19-1 0,0-11-1 0,-30 22 0 0,10 8 0 0,-20 2 0 0,20-2-1 0,-9 11 0 0,9-10 1 0,20 0-1 0,0 0-1 0,20 0 1 0,-1-10 1 0,0-1 0 0,12 2 1 0,-21-11-1 0,0 10 1 0,0-10-1 0,-20 10-1 0,0-1-4 0,0 1-12 0</inkml:trace>
  <inkml:trace contextRef="#ctx0" brushRef="#br0" timeOffset="35">12105 7134 14 0,'0'0'4'0,"-10"0"2"0,0 0 0 0,0-10-1 0,0 10 0 0,10 0-3 0,10 0 0 0,20 0-2 0,9 0 0 0,1 0-4 0,0 0-6 0,-1 0-1 0,-9 0-8 0</inkml:trace>
  <inkml:trace contextRef="#ctx0" brushRef="#br0" timeOffset="36">12472 6965 7 0,'0'0'4'0,"-10"0"-2"0,10 0 0 0,-10 0-1 0,10 0 0 0,0 0 0 0,0 0 0 0,0 20-1 0,0-1 0 0,10 1 0 0,10 0 1 0,-10 0-1 0,0 0 0 0,-10-10 0 0,9-1 0 0,-9-9 0 0,0 0 0 0,0-19 0 0,-9-1 0 0,-1 0 0 0,10-9 0 0,-10-1 1 0,-10 10 0 0,10-11 2 0,-1 12 1 0,11-1-1 0,-9 0-1 0,9 11-2 0,0-1 0 0,20 10 0 0,0 0 0 0,10 10-1 0,-2 10 1 0,-7-2 0 0,-1 12-1 0,-10 1 1 0,0-11 0 0,-20-1 0 0,-10 1 1 0,-11-11 0 0,3 12 1 0,8-11-1 0,0-10-1 0,10 0-2 0,10 0-8 0,30 0-15 0</inkml:trace>
  <inkml:trace contextRef="#ctx0" brushRef="#br0" timeOffset="37">12750 6915 15 0,'0'0'1'0,"0"0"2"0,-10-11-2 0,10 11 1 0,-10 11 1 0,10-1 1 0,10 10-2 0,-10 0-1 0,10 10-1 0,0-1 0 0,-1 11 0 0,1-20 1 0,-10-1-1 0,0-8 1 0,0-1 0 0,0-20 0 0,0-10-1 0,0-10-1 0,0-1 1 0,0 2 0 0,0-1 1 0,0 1-2 0,-10-1 2 0,10 1-2 0,0-1 1 0,10 20 0 0,0-1 0 0,0 11 0 0,10 0-1 0,0 11 1 0,10 9 0 0,-20 0 0 0,0 9 0 0,-10-19 0 0,-10 20 0 0,0-20 1 0,0 10-1 0,-10-1 0 0,0-8-1 0,10-2-4 0,0 0-7 0,10 2-5 0</inkml:trace>
  <inkml:trace contextRef="#ctx0" brushRef="#br0" timeOffset="38">12730 7183 16 0,'-10'0'4'0,"10"0"0"0,0 0 1 0,10 0 3 0,10 10-1 0,-1-10-4 0,21 0-3 0,-10 0-1 0,0 0-9 0,-10 9-7 0,-11-9-2 0</inkml:trace>
  <inkml:trace contextRef="#ctx0" brushRef="#br0" timeOffset="39">12452 7193 12 0,'0'9'3'0,"10"-9"-1"0,0 0-1 0,0 0 0 0,10 0 0 0,-11 0-1 0,1 0 0 0,10 0-2 0,-20 0-16 0</inkml:trace>
  <inkml:trace contextRef="#ctx0" brushRef="#br0" timeOffset="40">14287 8463 2 0,'0'0'6'0,"-9"0"-2"0,9-10-2 0,-10-1 0 0,1 2-1 0,-2-1 1 0,11 10-1 0,-20-10 0 0,10 1 0 0,0-1 1 0,-10 10-1 0,0 0 0 0,-9 0 0 0,-1 0 1 0,-10 19-1 0,10 1 2 0,-19 0 0 0,-11 20 2 0,11 0 0 0,-21 9-1 0,21 1 0 0,-2-1-1 0,2 21-1 0,11-1-1 0,7 20 1 0,1-20-1 0,20 11-1 0,0 0 0 0,10-12 0 0,10 2 0 0,10-1 0 0,0 1-1 0,0-11 1 0,10 2 0 0,10 8-1 0,9-9 1 0,0-12 1 0,11 13-2 0,19-2-1 0,-9-10-1 0,-1-19 0 0,1-1 1 0,-11-8 0 0,1-11 1 0,-11 10 1 0,-28-20 0 0,-2 0 1 0,1 0 1 0,-1-30-1 0,2-9 1 0,-2-11-1 0,-9-19 1 0,-1-1 0 0,2 1-1 0,-1-1-1 0,-10 11 1 0,0-41 0 0,-21 10-1 0,-7 12-1 0,-3-2 2 0,12 21-1 0,-31-30 0 0,11 39 0 0,-1 10-2 0,0 11-3 0,1-1-1 0,-1 19-6 0,10 2-1 0,10 9 3 0,10 0-4 0</inkml:trace>
  <inkml:trace contextRef="#ctx0" brushRef="#br0" timeOffset="41">19139 14337 255 0,'0'0'0'0,"-10"-11"0"0,-9-8 0 0,-1 9 0 0,10-10 0 0,0 10 0 0,10-9 0 0,0-2 0 0,0 12 0 0,0-1 0 0,10-11 0 0,0 12 0 0,0-12 0 0,9 12 0 0</inkml:trace>
  <inkml:trace contextRef="#ctx0" brushRef="#br0" timeOffset="42">13165 6826 7 0,'0'0'7'0,"-9"0"-5"0,9 0-1 0,-10 0 0 0,1 0 0 0,9 9 1 0,-10 22 1 0,10 7 0 0,0 23-1 0,0 18-1 0,0 1 1 0,0-11-2 0,10 1 0 0,-10-21 0 0,0 1 0 0,0-20-2 0,0-11-2 0,0 10-4 0,0-18-10 0</inkml:trace>
  <inkml:trace contextRef="#ctx0" brushRef="#br0" timeOffset="43">13454 7064 13 0,'0'0'3'0,"-10"0"-2"0,0 20 1 0,0-1 0 0,10 2 0 0,-10 8 0 0,10-10 0 0,0 2-1 0,0-12-1 0,10 2 1 0,-10-11 0 0,10 0-2 0,-10-30-1 0,0 0 1 0,0 1 0 0,0-1 1 0,0-10 0 0,-10 10 0 0,10-9 0 0,-20 9 1 0,11 0 0 0,-1 0 1 0,0 21-1 0,10-2-2 0,-10 11 2 0,20 0-1 0,10 29 0 0,-11 1 0 0,41 21-1 0,-20-3 1 0,0 3 0 0,-11-1 0 0,-9-12-1 0,-10-8 2 0,0-9-1 0,0-2 0 0,-19-8 1 0,9-11 1 0,-10 0-1 0,0-11-1 0,10 2 1 0,0-11-1 0,0 9 0 0,10-8 0 0,10-1 0 0,0 10-2 0,10 0 0 0,0 10-2 0,0 0-1 0,-1 0 2 0,1 0-1 0,-10 0-10 0</inkml:trace>
  <inkml:trace contextRef="#ctx0" brushRef="#br0" timeOffset="44">13633 7143 10 0,'0'0'4'0,"0"0"0"0,10 0-1 0,-1-9 0 0,11-1-1 0,-9 0-1 0,8-1 0 0,-10 11-1 0,2-9 0 0,-11-1 0 0,0-1-1 0,0 2 1 0,-20 9 0 0,10 0 0 0,-10 9 0 0,-9 2 2 0,10 8 2 0,8 2-1 0,1-2 0 0,0-9-1 0,10 9-1 0,20-8-1 0,0-1 0 0,-1-1-1 0,12-9 1 0,-12 0-1 0,1-9-1 0,-10-1-1 0,10-1-1 0,-20 2 0 0,0-1 1 0,-11 0 1 0,2 1 1 0,-1 9 0 0,-1-10-1 0,2 10 0 0,9 0-14 0</inkml:trace>
  <inkml:trace contextRef="#ctx0" brushRef="#br0" timeOffset="45">13881 7015 12 0,'0'0'3'0,"-10"0"-1"0,0 0-1 0,0 0 1 0,-10 0 2 0,0 9 0 0,9-9-2 0,2 9-2 0,9 2 1 0,0 9-1 0,20 10-1 0,-10-10 0 0,10 0 0 0,0-1 1 0,-10 0 0 0,10 2 0 0,-20-1 0 0,0-10 0 0,0-10 1 0,0 10-1 0,-20-20 1 0,10 0-1 0,0-10 0 0,10-1 0 0,-10 2-1 0,10 0 1 0,10 9-2 0,0 0 0 0,0-1 0 0,10 2 0 0,-1-1 2 0,1-1-1 0,0 2 1 0,0-1 0 0,-10 10 0 0,0-10 1 0,0-1-1 0,-10 11 1 0,-10-9 0 0,0 9 0 0,-10 9 0 0,10-9 1 0,0 11-2 0,10-1 0 0,-10 0 1 0,10-1-1 0,10 12-1 0,10-12 0 0,-10 12 1 0,10-11 0 0,-10 9-1 0,0-9 2 0,0 10-1 0,0-10 1 0,-10-10 2 0,0 9-1 0,0-9 0 0,-10 0 0 0,10 0-1 0,-10 0-1 0,0-9 1 0,10-12-1 0,-10 12-1 0,10-11 0 0,10 11 0 0,0-1 0 0,10 0 0 0,-1-1 0 0,1 2 1 0,0-1-1 0,0-1 1 0,0 2 0 0,-10 9 1 0,10 0 1 0,-20 0 2 0,9 0 5 0,-9 0 1 0,-9 20-1 0,-1-1-2 0,10 2-2 0,-10-2-2 0,10 1-1 0,10-11-1 0,0-9-1 0,9 11-4 0,1-22-9 0,10 2-18 0,-10-11 12 0,-9 20 2 0</inkml:trace>
  <inkml:trace contextRef="#ctx0" brushRef="#br0" timeOffset="46">14287 6945 17 0,'-9'0'6'0,"-1"0"-2"0,1-11-4 0,-2 11-2 0,1-9-2 0,10 9 2 0,0 9 0 0,0 2-15 0</inkml:trace>
  <inkml:trace contextRef="#ctx0" brushRef="#br0" timeOffset="47">14268 7172 15 0,'0'0'3'0,"0"-9"-3"0,0 9 8 0,10-10-3 0,-1 10-1 0,1-10-3 0,0-9 0 0,10 9-2 0,-20-1 0 0,10-8-1 0,-10 8 1 0,0 2 0 0,0-1 1 0,-10 0 1 0,1 10 0 0,-12 10 3 0,11 0 3 0,-9 10 0 0,10-10-3 0,9-1-1 0,0 12-1 0,0-11 0 0,9-1-1 0,10 1 0 0,1 0-1 0,0-1 0 0,1-9 0 0,-2 0 0 0,1 0 0 0,0-9-1 0,-1-1 0 0,-10 0-2 0,2 1-1 0,-1-1 2 0,0 0 1 0,-10-1 1 0,0 11 1 0,0 0 1 0,-10 0 3 0,10 11-2 0,-10-1 0 0,10 0 0 0,0-10 0 0,10 9-2 0,0-9 1 0,0 10-2 0,10-10 1 0,-10-10-1 0,20 10 0 0,-11-9 0 0,-9-11 1 0,10 0-1 0,-10 10-1 0,0-10 1 0,0 10 0 0,-10 0 0 0,0-1 1 0,0 11-1 0,0 11-1 0,10-1 1 0,0 9 0 0,0 2-1 0,0-12 1 0,0 12-1 0,-1-11 1 0,-9 9 0 0,0-19 2 0,0 10-1 0,0-10 1 0,-9 9 0 0,-11-9 0 0,10-9-1 0,0-1-1 0,0 0 0 0,10 10-1 0,-10-9-3 0,10-1-7 0,10 10-8 0,0 0-3 0,10 0 12 0,-20 0-7 0</inkml:trace>
  <inkml:trace contextRef="#ctx0" brushRef="#br0" timeOffset="48">14922 7103 7 0,'0'-9'7'0,"0"9"-4"0,0 0-2 0,0-10 0 0,0 10 1 0,0 0 1 0,0 19 0 0,0 21-1 0,0 0-1 0,0 10 0 0,10-12 0 0,-10 3 1 0,10 9-1 0,-10-20 1 0,0-1 1 0,0-10 2 0,0-19 1 0,0 0-4 0,-10-9-1 0,10-22-1 0,-19 2-1 0,9-1-1 0,1-10-1 0,9 10-3 0,0-18 0 0,0 8 0 0,0 0-1 0,9 0 4 0,10 10 3 0,1 11-1 0,0 9 2 0,1 10-1 0,-12 0 0 0,1 20 1 0,-1 0 1 0,-18-1 2 0,-1 2 2 0,1-2 2 0,-2 1-2 0,-8-11-4 0,8 2-1 0,1 8-3 0,0-19-6 0,10 0-10 0,10 0-4 0</inkml:trace>
  <inkml:trace contextRef="#ctx0" brushRef="#br0" timeOffset="49">15042 6805 16 0,'0'0'2'0,"0"-9"3"0,-10 9-1 0,0 0-1 0,10 0 4 0,-11 20 3 0,11 10-1 0,0 19-2 0,0 11-3 0,11-11-3 0,-11 1 0 0,10-1 0 0,-10-9-1 0,10-20 0 0,-10 0 1 0,0-10 0 0,9-1 0 0,-9-9 1 0,10-9-2 0,-1-1-2 0,2-1 0 0,-1-8 0 0,10 0-1 0,-10-12 1 0,0 12 2 0,0-1 0 0,-10 10 0 0,10 0 2 0,-10 10 1 0,0 0 3 0,0 10 0 0,0 9-3 0,0 11 0 0,0-19 0 0,0 9 0 0,10-1-1 0,0-9-1 0,-1-1 1 0,1 2-2 0,10-11 1 0,-10 0-1 0,0-11-1 0,0-8-2 0,10 9 0 0,-10-9-1 0,-10-11 0 0,10 20 3 0,-10-10 1 0,0 10 0 0,0 0-1 0,-10 10 0 0,10 0 0 0,0 10 1 0,0 9-1 0,0 2 1 0,0 9 0 0,10-1-1 0,0 20 1 0,-10 2-1 0,10-3 1 0,-1 3-1 0,-9-11 2 0,0-1-1 0,-9-9 1 0,-1-10 4 0,0-10-1 0,-10 0 0 0,0-10-1 0,0-10-3 0,10-11-1 0,0-9-7 0,10 1-8 0,20 0-18 0,0-1 14 0,-20 30 5 0</inkml:trace>
  <inkml:trace contextRef="#ctx0" brushRef="#br0" timeOffset="50">15448 6995 26 0,'-10'0'11'0,"-9"0"-10"0,9 0-1 0,0 9-1 0,10 2 1 0,10 7-1 0,10 13 1 0,-11-1-2 0,11 0-1 0,0-1 1 0,-10 1 0 0,-10-11 1 0,0-8 2 0,0-1-1 0,-20-10 0 0,10 0 2 0,-10-21-1 0,11 2 1 0,-1-11 0 0,10 11-1 0,-10-1 0 0,10 9-1 0,10-8 0 0,9 8-1 0,-9 2 1 0,10-1 0 0,-10 10-1 0,10 0 0 0,-10-10 1 0,11 10 0 0,-12-11 0 0,1 22 2 0,-10-11 1 0,0 0 6 0,0 20 0 0,0-11-2 0,0 2-3 0,0 8 0 0,0-8-2 0,0-1 0 0,9 0-2 0,1-1-2 0,0-9-11 0,1 0-18 0,-2 0 16 0,-9 0 1 0</inkml:trace>
  <inkml:trace contextRef="#ctx0" brushRef="#br0" timeOffset="51">15607 6934 19 0,'0'0'5'0,"0"-19"6"0,-10 8-6 0,10 2-3 0,-9 9-5 0,9 0-1 0,9 0-2 0,1 9-3 0,1 12-11 0</inkml:trace>
  <inkml:trace contextRef="#ctx0" brushRef="#br0" timeOffset="52">15726 7084 10 0,'0'0'6'0,"10"0"-5"0,0-11 0 0,10-8 1 0,-20 9 2 0,10-1-1 0,0-7 1 0,-10 7-2 0,-10 2-2 0,0 9 2 0,-10-10 2 0,10 10 0 0,0 0-2 0,0 10 0 0,-1-1 1 0,2 11 0 0,9 0-2 0,0 9 0 0,0 12-2 0,9-2 1 0,12 10-1 0,-11 2 0 0,0-3 0 0,0 13-2 0,-10-12 0 0,0-9 1 0,0-10-1 0,-10-1-2 0,10-18 0 0,-10-11-4 0,0 9 4 0,0-18-11 0</inkml:trace>
  <inkml:trace contextRef="#ctx0" brushRef="#br0" timeOffset="53">15607 7332 14 0,'0'0'2'0,"0"0"1"0,0-10 0 0,11 0 3 0,-2-10 2 0,21 10-3 0,-1-1-3 0,1 11-2 0,10-8-3 0,0-2-10 0,-11 10-1 0,-19 0 1 0</inkml:trace>
  <inkml:trace contextRef="#ctx0" brushRef="#br0" timeOffset="54">15865 7233 21 0,'0'0'22'0,"0"-10"-6"0,0 10 2 0,0 0-5 0,0-10-7 0,0 10-1 0,10 0-4 0,-10 0-3 0,10 0-14 0,-10 10-37 0,10-10 22 0</inkml:trace>
  <inkml:trace contextRef="#ctx0" brushRef="#br0" timeOffset="55">14248 8552 8 0,'0'0'4'0,"0"0"0"0,-10 0-1 0,10-11-1 0,-10 3 0 0,0-2 1 0,0-1-1 0,0 2 0 0,0-11 0 0,-10 9 0 0,1 2-1 0,-1-1 1 0,-10 10-2 0,-10 0 2 0,1 0-1 0,-11 10 0 0,10 10 0 0,1-10 0 0,-11 9 0 0,0 10 1 0,11-8 0 0,-11 9-1 0,0 10 1 0,11-10 1 0,9-1-1 0,0 1 0 0,10 10-1 0,11-10-1 0,9-1 1 0,0 1-1 0,19-1 0 0,11 1 1 0,10-1-1 0,9 2 0 0,21-11 0 0,-11-1 1 0,11-8 0 0,19-11-1 0,0-11 1 0,-9-8-1 0,-1-11 1 0,1-9-1 0,-21-11 0 0,1 10 1 0,-31 1 0 0,-9-1 1 0,-10 10-1 0,-10 0-1 0,0 1 0 0,-30 8-2 0,-9-9 1 0,-21 11-1 0,1 9-2 0,-11 10-4 0,11 0-2 0,-1 0-3 0,11 10-17 0</inkml:trace>
  <inkml:trace contextRef="#ctx0" brushRef="#br0" timeOffset="56">11867 8662 11 0,'0'-10'7'0,"0"-1"-4"0,0-8 0 0,0-1 2 0,0 0 0 0,0 0-1 0,0 10 1 0,0 10-3 0,0 0 1 0,9 19 2 0,-9 12-3 0,10-1 0 0,-10 8-1 0,9-7-1 0,2 8 0 0,-1-8 0 0,0-11 0 0,-10-11-1 0,10 0-1 0,0-9-5 0,-10-9-5 0,10-20 2 0,-10 9 5 0,0 0-4 0,0 20-3 0</inkml:trace>
  <inkml:trace contextRef="#ctx0" brushRef="#br0" timeOffset="57">11797 8503 12 0,'0'0'3'0,"-10"0"2"0,-10 9-1 0,10-9 2 0,10 0-2 0,0 0 0 0,10 0 1 0,10 0-2 0,10 0-1 0,-10-9-1 0,19 9-1 0,-9 0-1 0,0 0-2 0,-10 0-8 0,10 0 0 0,-20 0-12 0</inkml:trace>
  <inkml:trace contextRef="#ctx0" brushRef="#br0" timeOffset="58">11757 8879 13 0,'0'0'6'0,"0"0"-4"0,21 0 0 0,-2-9 2 0,11 9-2 0,10-10-1 0,-21 0-2 0,21 10 0 0,-10-11-2 0,0 11-1 0,-20 0-17 0</inkml:trace>
  <inkml:trace contextRef="#ctx0" brushRef="#br0" timeOffset="59">12085 8710 10 0,'0'0'7'0,"0"0"-4"0,0 0 0 0,-10-9 0 0,10 9 0 0,-10 9-1 0,10 2 0 0,0-1 0 0,0-1 0 0,0 12 1 0,0-2-2 0,0-8 0 0,10-2-1 0,0 0 1 0,-10 2 0 0,10-11 0 0,10 0-1 0,-10-11 0 0,9-7 1 0,-9 7-1 0,10-8 0 0,-10-11-1 0,0 20 1 0,0-1 1 0,-10 2-2 0,10 9 3 0,-10 20 0 0,0-1 1 0,0 2 0 0,0-2 1 0,0 1-3 0,0 0 1 0,10-10-1 0,0-1 1 0,0-9-1 0,0 0 0 0,-1-9-1 0,11-12 0 0,-10 3-1 0,0-2-1 0,0 0-1 0,0 0 0 0,0 10 1 0,0-1 1 0,-10 11 0 0,0 0 2 0,0 21-1 0,-10 9 3 0,10-11-2 0,0 10 1 0,10-8-2 0,1-1 0 0,8 0 0 0,-10-11-2 0,11 2-5 0,0-11-8 0,-1-11 4 0,2 2 4 0,-11-1-12 0</inkml:trace>
  <inkml:trace contextRef="#ctx0" brushRef="#br0" timeOffset="60">12492 8670 11 0,'0'0'5'0,"0"0"-1"0,-10 0-1 0,10-8 1 0,0 8 0 0,0 8 7 0,0 13-6 0,0 19-1 0,0 0 0 0,0 28-2 0,10 13-1 0,-10-2-1 0,0-20 0 0,0-10-1 0,0-9 0 0,0-19 1 0,0-13 0 0,0-8 0 0,0 0 1 0,0-18-1 0,0-12 0 0,0-10 0 0,10 0-1 0,-10 0 1 0,19 1-1 0,-10-10 0 0,2 8 1 0,9 1-1 0,0 10 0 0,10 1 1 0,-20 20-1 0,9 9 0 0,-9 0 0 0,0 20 1 0,-10-11 0 0,-10 0 0 0,-9 12 1 0,-1-12 2 0,0 2-2 0,0-11 0 0,10 0-1 0,10 0-4 0,10-11-3 0,0 2-5 0,10-1 2 0,0-10-12 0</inkml:trace>
  <inkml:trace contextRef="#ctx0" brushRef="#br0" timeOffset="61">12720 8562 11 0,'0'0'4'0,"-10"-10"0"0,10-9-1 0,-10-2 0 0,10 12 5 0,0-1-2 0,-10 10-1 0,10 40 2 0,0-11-2 0,0 41 0 0,10-11-3 0,0 11-2 0,0-22 0 0,0-7-2 0,-10-12-6 0,0-18-8 0,0-1 2 0,0-10-9 0</inkml:trace>
  <inkml:trace contextRef="#ctx0" brushRef="#br0" timeOffset="62">12690 8681 14 0,'0'0'8'0,"0"-11"-6"0,10 3 2 0,0 8-1 0,10-10-2 0,0 10-1 0,-1 0-4 0,1 0-24 0</inkml:trace>
  <inkml:trace contextRef="#ctx0" brushRef="#br0" timeOffset="63">12869 8909 33 0,'0'0'17'0,"0"0"-4"0,0 0 0 0,0-9-5 0,0 9-6 0,0 0-5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8-03T14:15:54.102"/>
    </inkml:context>
    <inkml:brush xml:id="br0">
      <inkml:brushProperty name="width" value="0.05292" units="cm"/>
      <inkml:brushProperty name="height" value="0.05292" units="cm"/>
      <inkml:brushProperty name="color" value="#FF8000"/>
      <inkml:brushProperty name="antiAliased" value="0"/>
    </inkml:brush>
  </inkml:definitions>
  <inkml:trace contextRef="#ctx0" brushRef="#br0">20191 8761 5 0,'0'0'6'0,"-10"-10"-4"0,0 10 0 0,-11-11 0 0,2 11-1 0,-10 0 1 0,-1-9-1 0,-10 9 0 0,-9 9 1 0,-31 2 1 0,1 18-1 0,9 0 2 0,1-8 0 0,-20 9 1 0,19 10 2 0,11-11-2 0,20 1-2 0,-2 19 0 0,12 11-3 0,9 0 1 0,20 9-1 0,10-9 0 0,11-12 0 0,7 3 0 0,22-1 0 0,9-21-1 0,11 1 0 0,9-21 0 0,-9 2-1 0,29-31 0 0,20-30 1 0,-10 1 1 0,-30-12 0 0,11 2 1 0,-11-11 0 0,-29 12-1 0,-11-2-1 0,-19 1-2 0,-10 9 1 0,-30 1-1 0,-29 9 2 0,-1 0 0 0,-49 11 0 0,29 9-1 0,2 10-1 0,9 10-4 0,18 10-2 0,21-1-13 0</inkml:trace>
  <inkml:trace contextRef="#ctx0" brushRef="#br0" timeOffset="1">22552 8751 6 0,'-19'0'8'0,"-41"10"-4"0,-39 29 1 0,10-9 3 0,-1 19 0 0,21-8-2 0,9 17-2 0,1-7-2 0,29 8-2 0,10 11 0 0,10-22 0 0,10 3 0 0,30-3-1 0,20-8 2 0,9-10-2 0,-9-9 1 0,9-11 0 0,11-10 0 0,9-31 0 0,-19 22 0 0,39-31 1 0,-30 11-1 0,1-11 0 0,-11-11 1 0,1 3-1 0,-30-3-6 0,-11 2 2 0,-9 10-2 0,-10-2 1 0,-10-8 1 0,-29 10 1 0,-11-1 3 0,-9 20 0 0,39 20-1 0</inkml:trace>
  <inkml:trace contextRef="#ctx0" brushRef="#br0" timeOffset="2">20499 11250 6 0,'0'0'8'0,"-10"0"-6"0,0 0-1 0,0 0 1 0,0 11 0 0,10-11-1 0,0 0 1 0,0 0-1 0,30-11 0 0,9 11 0 0,1-9 0 0,0-11 0 0,9 9-1 0,-8 3 0 0,8-13 1 0,-11 12-1 0,-7-1 0 0,-1-1-2 0,-10 11-3 0,-10 0 0 0,-10 0 3 0</inkml:trace>
  <inkml:trace contextRef="#ctx0" brushRef="#br0" timeOffset="3">20568 11280 7 0,'0'0'5'0,"0"0"-1"0,10 0-3 0,10 0 0 0,10 0 1 0,9-9 0 0,1 9 1 0,0-10 0 0,9-10 0 0,1 10-1 0,-10 0-1 0,-1-9-1 0,-9 9 0 0,0 10 0 0,-10-11-4 0,-1 11-5 0,-19 0-12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8-03T14:15:54.106"/>
    </inkml:context>
    <inkml:brush xml:id="br0">
      <inkml:brushProperty name="width" value="0.05292" units="cm"/>
      <inkml:brushProperty name="height" value="0.05292" units="cm"/>
      <inkml:brushProperty name="color" value="#FF8000"/>
      <inkml:brushProperty name="antiAliased" value="0"/>
    </inkml:brush>
  </inkml:definitions>
  <inkml:trace contextRef="#ctx0" brushRef="#br0">10547 3482 17 0,'-11'0'4'0,"2"0"-1"0,-1 0 0 0,-10 0 2 0,10 0-1 0,0 20 1 0,10 0-2 0,-9 0-2 0,9-1-1 0,0 10 0 0,0-18 1 0,9 9 0 0,-9-11 0 0,10 2 0 0,-10-11 1 0,0 10 1 0,0-31 0 0,0 12-2 0,0-11 0 0,-10 1 1 0,10-11-1 0,-9 9-1 0,9-8 1 0,0 9-1 0,-10-9 0 0,10 8 0 0,0 12 0 0,10-1 0 0,-1 10-1 0,11 10 1 0,0 10 0 0,-1 9-1 0,22 1 1 0,-12-10-2 0,-9 10 1 0,0 0 1 0,-10-1 1 0,0-10 0 0,-20 2 1 0,0-1-1 0,-10 0 2 0,-9-11 1 0,-1 2-2 0,10-11-1 0,0 0 0 0,10 0-2 0,-10 0 0 0,20-11-5 0,0 2-14 0,11-1-2 0,-2 0-2 0</inkml:trace>
  <inkml:trace contextRef="#ctx0" brushRef="#br0" timeOffset="1">10825 3651 17 0,'0'0'3'0,"-10"0"-2"0,10 0 0 0,0 0 1 0,0-10 5 0,10 10-6 0,0-20 0 0,10 10 0 0,-11 0-1 0,-9-1 0 0,10 3 0 0,-10-2 1 0,0-1-1 0,-10 2-1 0,1-1 1 0,-11 10 0 0,-10 0 0 0,10 0 0 0,-10 19 1 0,10 2 0 0,1-2 1 0,-1 1 2 0,10 10 0 0,0-21-1 0,10 22-2 0,10-11 1 0,10-11-1 0,0 0-1 0,9-9 1 0,-9 0-1 0,10-9 1 0,-10-11-1 0,-10 11 0 0,10-11 0 0,-11 0 0 0,1-1 0 0,-10 2 0 0,0-2 1 0,0 13-1 0,-10-2 1 0,1 10-1 0,9 0 2 0,-10 10 2 0,0-2-2 0,10 13 1 0,0-2-1 0,0-8-1 0,10-1-1 0,0-1 2 0,9 2-2 0,11-11 1 0,-10 0-2 0,10-11-6 0,-10-8-15 0,-1 8 3 0,1-8 13 0,-10-10-13 0</inkml:trace>
  <inkml:trace contextRef="#ctx0" brushRef="#br0" timeOffset="2">11023 3244 12 0,'0'-10'7'0,"0"-1"-4"0,-10 2 2 0,0 9 2 0,0 20 2 0,1 20-1 0,-1 48-2 0,10-27-2 0,10 47-3 0,9-49 0 0,-9 2 0 0,10-12-1 0,-10-29-4 0,0 0-12 0,-10-10-5 0,0-10-2 0</inkml:trace>
  <inkml:trace contextRef="#ctx0" brushRef="#br0" timeOffset="3">10904 3423 19 0,'-10'0'18'0,"0"0"-10"0,0 0-6 0,10 0 4 0,20 9-2 0,10-9-3 0,10 0-1 0,-1 0-12 0,11 0-12 0,-40 11 2 0</inkml:trace>
  <inkml:trace contextRef="#ctx0" brushRef="#br0" timeOffset="4">11132 3660 18 0,'0'0'4'0,"0"0"2"0,-10 0-4 0,31-9 28 0,7-1-24 0,-7-1-4 0,-1 2-2 0,9-11 0 0,-10 9-1 0,2-7-3 0,-11 7-3 0,-10 2-2 0,0-1 2 0,-20-1 4 0,0 11 3 0,1 0 1 0,-1 21 4 0,0-12 4 0,-1 12 3 0,2-2-6 0,10 10-1 0,9-8-2 0,19-1-2 0,1-10 1 0,10 0-2 0,9-1-1 0,11-9-10 0,-10-9-23 0,-1 9 16 0,-29 0 1 0</inkml:trace>
  <inkml:trace contextRef="#ctx0" brushRef="#br0" timeOffset="5">11579 3651 16 0,'0'0'5'0,"0"0"11"0,10 0-4 0,0 0-2 0,0-10-4 0,9-1-4 0,1 2-1 0,0-1-1 0,-10-11 0 0,0 21 0 0,-10-8 0 0,10-2 0 0,-10-1-1 0,-20 11 0 0,10 0 0 0,-20 0 1 0,11 11 1 0,-1-1 1 0,0 9 1 0,10 1 0 0,0 0-1 0,0-1-1 0,10 2-2 0,10-11 2 0,10-1-2 0,0 2-1 0,9-11-6 0,1-11-10 0,-10 2-4 0,0-22 13 0,-10 22-8 0</inkml:trace>
  <inkml:trace contextRef="#ctx0" brushRef="#br0" timeOffset="6">11787 3373 15 0,'0'0'2'0,"0"-11"1"0,-20-8-1 0,10 0 4 0,-9-12 6 0,9 22 1 0,1 9-5 0,-12 0-3 0,11 20-2 0,0 0 2 0,0 18-2 0,10 3 1 0,0-1-1 0,10 8-1 0,0-8 0 0,10-10 0 0,0-1-1 0,-1-8 0 0,1-2 0 0,0-19 0 0,-1 0 1 0,2 0-1 0,-11-19-1 0,10-10 0 0,-10 8 0 0,9 2 0 0,-19-1-1 0,9 0 0 0,-9 9 1 0,-9 2 0 0,-10 9 0 0,9 9 2 0,0 12 1 0,0-11-1 0,0 10 0 0,10 10-1 0,0-12 0 0,0-7-2 0,30 18 0 0,-1-18-5 0,1-1-17 0,10-1-17 0,0 2 21 0,-40-11 3 0</inkml:trace>
  <inkml:trace contextRef="#ctx0" brushRef="#br0" timeOffset="7">12095 3740 22 0,'0'0'6'0,"0"0"1"0,-10-11 5 0,0 11 3 0,0 0-7 0,10-9-2 0,0 0-5 0,0-11-1 0,10 0 0 0,0-10-1 0,10 0 0 0,-10 9 0 0,9 3-1 0,-9 7 2 0,0-8 0 0,0 19 1 0,-10 0-1 0,0 0 3 0,0 10 2 0,-10 10 1 0,10-10 0 0,0 9-1 0,0 1-1 0,0 0-2 0,0-10 0 0,10 10-1 0,0-10 1 0,0-10-1 0,10 0-1 0,10 0 1 0,-10-21-2 0,9 12 0 0,1-12 0 0,-10 2-2 0,1-2 0 0,-12 13 2 0,1-13 1 0,-10 21 0 0,0-9 1 0,-10 9 0 0,-20 0 2 0,10 9 2 0,10 12 0 0,-10-2-3 0,10 10 0 0,0-8-1 0,10-12-1 0,20 12 0 0,0-11-1 0,0-1-1 0,11-9-8 0,7-9-5 0,-17-1-7 0,7 0-6 0,-7-10 10 0,-1 10 13 0,-10-10 5 0,0 10 0 0,-1 0 0 0,-9-1 2 0,0 3 5 0,-9-2 7 0,-1-1 0 0,-10 11-4 0,10 0-3 0,0 0 1 0,10 0-4 0,-11 21 0 0,11-13-2 0,0 3-1 0,11 9-1 0,9-11 1 0,-10 2-1 0,0-1 1 0,9-1 0 0,-9-9 0 0,-1 0-1 0,-9 0 1 0,11 0-1 0,-11-9-1 0,0-1 1 0,0-10-1 0,0 0 1 0,0 1 0 0,0 9 0 0,0-10 0 0,10 10-1 0,-10-1 1 0,10 2 0 0,10 9 0 0,-10 0 1 0,0 0-2 0,0 0 1 0,10 9 0 0,-11 2 0 0,1 8 1 0,0-8 1 0,-10 7 2 0,10-7 0 0,-10-1-1 0,10 9-1 0,0-19 0 0,0 11-1 0,0-11 0 0,0 0-1 0,10-11-1 0,0-8 0 0,-1 9-1 0,-9-9 0 0,10 9 0 0,-10-1 1 0,0-8 1 0,-10 19 0 0,0-11 1 0,0 11 5 0,-10 11-3 0,10-1 0 0,-10-1 0 0,10 2-3 0,0-1 2 0,0-2-1 0,10 3-1 0,0-11 1 0,0 10-1 0,20-10 0 0,-10 0 0 0,-1 0 0 0,1-10 0 0,0-1-2 0,0-7 1 0,1 7-1 0,-12 2 1 0,1-1 0 0,-10-1 1 0,0 2 0 0,-10-1 1 0,1 10-1 0,-2 0 2 0,-9 0-1 0,10 0 2 0,0 10-1 0,10 10-1 0,0-10 0 0,10-1-1 0,20 12 0 0,0-21 0 0,19 8-12 0,11-8-32 0,-12 0-14 0,-48 0 42 0</inkml:trace>
  <inkml:trace contextRef="#ctx0" brushRef="#br0" timeOffset="8">12214 5794 4 0,'0'0'8'0,"-10"-10"-5"0,10 0-2 0,-10-1 1 0,10 2 0 0,-10-11-1 0,0 1 0 0,10 8 0 0,-10-8 0 0,0-2-1 0,10 2 1 0,-10 8 0 0,0-7-1 0,1 7 1 0,-11-8-1 0,0 19 0 0,-10-10 1 0,-10 10-2 0,-9 0 2 0,-1 0 0 0,1 20-1 0,-1-11 0 0,-20 11 0 0,11 0 0 0,-1-10 1 0,1 10 0 0,9 0 0 0,1-11 0 0,-1 12 0 0,0-1-1 0,11-2 1 0,-11 13-1 0,10-11 0 0,1 10 1 0,8-1-2 0,3 0 1 0,17 1 0 0,-9 1 0 0,1 7-1 0,10 23 2 0,-2-11-1 0,1-1 0 0,0 1-1 0,10 8 1 0,0-7 0 0,0-2 1 0,10 11-1 0,11-21 0 0,-2 11 0 0,10-10 1 0,21-10-1 0,-10-11 1 0,29 2 0 0,1-21 0 0,-1 8-1 0,10-8 0 0,-9-18 0 0,9 7 0 0,1-18 0 0,-12-1 1 0,-7 0-1 0,8 1 0 0,-9-1 0 0,-11 9 0 0,1-8 0 0,-20 9 0 0,-1 0-1 0,1-10 1 0,-10 11 0 0,0-11 0 0,0-9 0 0,-10-1 0 0,-10-10 0 0,0-10 0 0,0-10 0 0,0 11 1 0,-10 10-1 0,-10-1 0 0,0 10 0 0,0 1 0 0,0 19 1 0,-19-9-1 0,19 18 0 0,-20 2-1 0,10 9-4 0,0 0-1 0,1 0 2 0,-1 9-1 0,10 2-15 0</inkml:trace>
  <inkml:trace contextRef="#ctx0" brushRef="#br0" timeOffset="9">16281 3959 15 0,'0'0'2'0,"0"0"1"0,0 0-3 0,0-10 2 0,11 0-1 0,9-1 1 0,-1 11-1 0,-10-9-1 0,12 9 1 0,-11 0 0 0,0 0 2 0,0 20-1 0,0-10-2 0,-10 19 1 0,0-10-1 0,0 2 0 0,0-12-1 0,10 12-4 0,-10-11-2 0,0 10 2 0,0-20-11 0</inkml:trace>
  <inkml:trace contextRef="#ctx0" brushRef="#br0" timeOffset="10">16391 4256 22 0,'0'0'9'0,"-10"0"-5"0,0-10 0 0,10 10 2 0,0-10-3 0,0 10-4 0,0-11-4 0,10 11-11 0,0-8-10 0</inkml:trace>
  <inkml:trace contextRef="#ctx0" brushRef="#br0" timeOffset="11">16470 4027 15 0,'0'0'4'0,"-10"-9"-3"0,10-1 0 0,0-1 0 0,0 2 1 0,20-1 1 0,0 0-1 0,0 1 0 0,0-1 0 0,10 10 1 0,-21 0 4 0,11 10 1 0,-10 9-1 0,-10 11-2 0,0 0-2 0,0-1 0 0,0 0 0 0,-10-8-2 0,10-1-2 0,0 0-2 0,0 0-6 0,0-10-13 0,10-1 4 0,-10-9-2 0</inkml:trace>
  <inkml:trace contextRef="#ctx0" brushRef="#br0" timeOffset="12">14645 3443 16 0,'0'0'2'0,"-10"0"2"0,10 10-1 0,0-2 2 0,-10 22 1 0,10 1-2 0,0 8-1 0,0-10-2 0,0 11 1 0,10-10-2 0,-10-9 2 0,0-2-1 0,10-19 2 0,-10 11 0 0,0-31-1 0,0-11-1 0,0 1 0 0,-10 1 0 0,10-11 1 0,-10 10-2 0,10-10 1 0,0 10 0 0,-10 1 1 0,0 0 0 0,10 9 0 0,0 10-1 0,0 10-1 0,0 10 0 0,20 10 1 0,0 20-1 0,0-11 0 0,9 30 0 0,1-8-1 0,0-12 1 0,-10 0-1 0,-20-8 0 0,10-2 1 0,-10-9 0 0,-10-10 0 0,-10-1 0 0,10-9-1 0,0-9 0 0,0-12 0 0,0 3 1 0,0-2 0 0,20 0-1 0,0 0 0 0,10 10 0 0,-10-1 1 0,10 2 0 0,0 9-1 0,9 0 0 0,-9 0 2 0,0 0-2 0,11-10 1 0,-12 10 1 0,0 0 0 0,2-10 0 0,-2 10 0 0,-8-11 1 0,-2 3-2 0,1 8 1 0,-10-10-1 0,0 10-2 0,-10-11 1 0,-10 11 0 0,1 0 1 0,-2 0 0 0,2 11 0 0,0-1 1 0,-2 9 0 0,1 1 1 0,10 0 1 0,0-1 0 0,10 12-1 0,0-22-1 0,10 11 1 0,10-11-1 0,11 2 1 0,-12-11-2 0,10 0 1 0,-9-20-1 0,1 11-1 0,7-21-1 0,-7 9 0 0,-11-9-1 0,9 11 0 0,-19-10 1 0,9 8 1 0,-9 2 1 0,-9 8 0 0,-1 2 0 0,1-1 1 0,-1 10 1 0,0 10 0 0,-1 10 1 0,2-1-2 0,9 2 1 0,0-2-2 0,9-9 1 0,12 9 0 0,-2-8-2 0,11-11 2 0,-10 0-3 0,0 0-4 0,0-11-8 0,-10-8-10 0,10-2 10 0,-1 3 9 0,-19 18-12 0</inkml:trace>
  <inkml:trace contextRef="#ctx0" brushRef="#br0" timeOffset="13">15220 3205 11 0,'0'0'5'0,"0"0"-1"0,0-11-1 0,-10 22 2 0,10 7 3 0,-10 22 3 0,10 21-2 0,0 7-3 0,10-17-3 0,10-3-1 0,-10 3 0 0,0-21-3 0,0-12 0 0,-10 3-9 0,10-11-12 0,-10-10 7 0</inkml:trace>
  <inkml:trace contextRef="#ctx0" brushRef="#br0" timeOffset="14">15111 3461 19 0,'0'0'3'0,"0"0"1"0,0 0-2 0,10 11 7 0,10-11 2 0,10 0-6 0,9-11-5 0,-9 11-7 0,0-8-13 0,-10 8-6 0</inkml:trace>
  <inkml:trace contextRef="#ctx0" brushRef="#br0" timeOffset="15">15309 3691 18 0,'0'0'9'0,"-9"0"-5"0,9 0-1 0,9 0 23 0,1-10-20 0,10 0-3 0,0-1-3 0,10-8-2 0,0-1 0 0,-11 0-1 0,-9 9 0 0,0-7 0 0,0 7 1 0,-10-8 0 0,-10 8 2 0,0 2 0 0,0 9 0 0,-9 0 2 0,-1 9 2 0,0 12 2 0,10-1-1 0,0-2-1 0,0 3-1 0,0-2-2 0,20-8 0 0,0 8 0 0,20-8-1 0,0-1-1 0,-1-10-7 0,1-10-13 0,0-1-1 0,10 2-5 0</inkml:trace>
  <inkml:trace contextRef="#ctx0" brushRef="#br0" timeOffset="16">15705 3403 9 0,'0'0'6'0,"-9"0"-3"0,9-11-1 0,-10 11 2 0,1-9 3 0,9 9-1 0,-10-10 0 0,10-1-2 0,0 2-2 0,0-1-1 0,19 0 1 0,-9 1-1 0,-1-1 0 0,12 10 0 0,-21 0-1 0,10 10 1 0,0 9 0 0,-10 21 0 0,0-20-1 0,0 20 0 0,-10-11 0 0,10 1 0 0,0-10-5 0,0 0-11 0,0-1 1 0,0-8-7 0</inkml:trace>
  <inkml:trace contextRef="#ctx0" brushRef="#br0" timeOffset="17">15736 3750 16 0,'0'0'7'0,"0"0"2"0,0 0 14 0,0 0 28 0,0-10-39 0,0 10-11 0,0 0-2 0,0-11-5 0,0 11-11 0,10 0-21 0,-10 0-6 0</inkml:trace>
  <inkml:trace contextRef="#ctx0" brushRef="#br0" timeOffset="18">18186 3461 9 0,'0'0'5'0,"0"-18"-1"0,0-2-2 0,0 10-1 0,0 0 1 0,0-1 0 0,0 11-1 0,0 11 2 0,0 9-1 0,11 10-1 0,-11-1 0 0,10 1-1 0,0 0 1 0,-1 0-1 0,1-12 0 0,-10 3 1 0,0-2-1 0,9-8 0 0,-9-11 1 0,0 0-5 0,0 0-5 0,0-11 4 0,-9 2-13 0</inkml:trace>
  <inkml:trace contextRef="#ctx0" brushRef="#br0" timeOffset="19">18038 3373 10 0,'-10'0'6'0,"0"-20"-2"0,-20 20-2 0,11-10 1 0,-1 10 2 0,10 0 1 0,-10 0-3 0,10 0 0 0,0 0-2 0,10 0 3 0,10 0 0 0,10 0 0 0,0 0-1 0,9 0-1 0,11 0-1 0,11-10 0 0,-3 1-1 0,-7-1 0 0,-2 0-6 0,-10 10-5 0,-10-11-2 0,2 11 3 0,-11 0-4 0</inkml:trace>
  <inkml:trace contextRef="#ctx0" brushRef="#br0" timeOffset="20">18346 3700 15 0,'0'0'2'0,"9"-9"4"0,-9 9-4 0,10-10 2 0,0 0 0 0,10-1-2 0,0-8-1 0,0 8-2 0,10-8 1 0,-20 9 0 0,9-1-1 0,-9 3-1 0,0-2 0 0,-10-1 0 0,-10 11 1 0,0-9 1 0,0 9 0 0,-9 0 1 0,-1 9-1 0,10-9 2 0,-10 21 0 0,10-13 0 0,0 3 0 0,10-1-1 0,0 0 1 0,10-1-1 0,0 2-1 0,20-1 0 0,-10-10 0 0,9 9 0 0,-9-9 1 0,10 0 0 0,-10-9-1 0,0-12 1 0,-10 12-1 0,-10-11 1 0,0 1-1 0,-20-2-1 0,0 2 1 0,-10-1 0 0,0 10 0 0,11-11 0 0,-1 21 0 0,0-9-1 0,10 9-5 0,10 9-5 0,10 2 3 0,-10-11-1 0</inkml:trace>
  <inkml:trace contextRef="#ctx0" brushRef="#br0" timeOffset="21">18793 3293 13 0,'0'-9'4'0,"-21"-1"-2"0,11 10-1 0,0 0 0 0,0 0 1 0,2 19 1 0,8 12 1 0,-11 7-1 0,11 13-1 0,0-3-1 0,0-7 0 0,19 9-1 0,-9-12 0 0,10 2 0 0,-10-10 0 0,1-19-1 0,-11 9-6 0,0-20-1 0,0 0-13 0</inkml:trace>
  <inkml:trace contextRef="#ctx0" brushRef="#br0" timeOffset="22">18584 3461 16 0,'0'-8'5'0,"-10"8"0"0,10 0-4 0,10 0 3 0,29-10 0 0,21 10-2 0,9-11-2 0,0 11-1 0,-10 0-6 0,-8 11-22 0</inkml:trace>
  <inkml:trace contextRef="#ctx0" brushRef="#br0" timeOffset="23">18901 3691 14 0,'0'0'5'0,"0"9"-2"0,10-9 2 0,0 0 0 0,10 0-2 0,0-9-1 0,0 9-1 0,-1-20-1 0,1 9 0 0,0-8 0 0,-10 8-1 0,0-8 0 0,-10 9 0 0,0-1 0 0,0-7-1 0,-20 7 2 0,10 2 0 0,-10-1-1 0,-9 10 1 0,9 0 0 0,-10 19 2 0,10-8 1 0,0 7 0 0,0 3-1 0,10-2 0 0,1 2-1 0,9-1 1 0,0-10-1 0,19 0 1 0,1-1-1 0,0 2 0 0,10-11 0 0,0 0-1 0,-1 0 0 0,-9-11 0 0,0 2 0 0,10-1-2 0,-20-11-1 0,0 2-1 0,-10 8 1 0,0 2 1 0,0-11 2 0,0 9 0 0,-10 3 0 0,0-2 0 0,10 10 1 0,-10 0 2 0,0 0 1 0,0 18-1 0,0-7 0 0,10 9 0 0,0 0-1 0,0-1 1 0,10-8-1 0,0-1 1 0,0 0-1 0,20-10 0 0,-10 0 0 0,-1-10-2 0,11-11 0 0,-10 2 0 0,10-11-1 0,0 1-2 0,-11-1-1 0,1 9-1 0,-10-8 0 0,10-12 0 0,-10 3 1 0,-10 7 2 0,10 1 2 0,-10-8 1 0,-10 18 0 0,0 0 0 0,0-1 0 0,0 21 1 0,0 11 1 0,0 8 4 0,0 12 1 0,0-2-1 0,1 41-2 0,9-21-2 0,0-9-1 0,9 9 0 0,21-20 0 0,0 2-1 0,0-22 0 0,-10 2-1 0,9-11-2 0,1 0-14 0,0 0-16 0,-10-11 2 0</inkml:trace>
  <inkml:trace contextRef="#ctx0" brushRef="#br0" timeOffset="24">22622 4265 4 0,'0'0'4'0,"-10"-9"-3"0,10-1 1 0,0-11-2 0,-9 3 1 0,9-12 1 0,0 0-1 0,0 0 1 0,0-9 0 0,0-1 0 0,9 10 0 0,-9-10 1 0,10 0-1 0,-1 10-1 0,2 1-1 0,-1 18 0 0,0 11 0 0,-1 0 0 0,-9 21 0 0,0 9 1 0,0 10-1 0,-9-1-1 0,9 0 2 0,-10 1-1 0,10-11-1 0,0 1 1 0,0-9 1 0,0-2 0 0,10-19 0 0,-1 0 0 0,1-9 0 0,20-11 0 0,-10-10-2 0,10 11 2 0,-10-11-1 0,9 10 0 0,1-10 1 0,-10 10-1 0,0 0 0 0,-10 11-1 0,0 9 1 0,0 0 0 0,-10 19-1 0,0 0 1 0,0 2-1 0,-10 9 1 0,10-20-1 0,0 10 2 0,0-2-1 0,0 3 0 0,0-12-1 0,10 2 2 0,0-1 0 0,-1-10 0 0,1 10-1 0,10-20 0 0,0 10 1 0,20-21-1 0,-10 12-1 0,9-12 0 0,1 3 0 0,-10 7 0 0,-1 2 1 0,-9-1-1 0,-10 10 1 0,-10 0 0 0,0 10-1 0,-10 10 2 0,10-2 0 0,-10-7 0 0,0 8-1 0,2-8 2 0,8-1-1 0,0 9 0 0,0-19 0 0,0 11 0 0,18-1-1 0,2-10 1 0,-10 0-1 0,20 0 0 0,-10-10 0 0,9-1 0 0,1 2 0 0,0 9-1 0,-10-10 1 0,-10 0 0 0,10 10-1 0,-20 0 1 0,10 0 0 0,-20 0 0 0,0 10 0 0,0 9 1 0,0-8-1 0,0-1 1 0,0 10-1 0,10-10 0 0,0-2 0 0,10 3 0 0,0-1 1 0,0-10 0 0,10 10-1 0,-10-10 1 0,19 0-1 0,-9-10 0 0,0 0 0 0,0 10 0 0,0-19 0 0,9 9 0 0,-19-1 0 0,0 2-1 0,0-1 1 0,0-1-1 0,-10 11 1 0,-10 11 1 0,0-1-1 0,0 10 0 0,0-10 0 0,10-2 0 0,0 3 0 0,-9-11 0 0,9 10 0 0,9-10 0 0,1 0 1 0,-10 0-1 0,10 0 0 0,0 0-2 0,10 0-8 0,-10-10-4 0,0 10 9 0,10-11-7 0</inkml:trace>
  <inkml:trace contextRef="#ctx0" brushRef="#br0" timeOffset="25">23118 6310 2 0,'10'0'4'0,"-10"-11"-2"0,0 2 0 0,10-21-1 0,-10 10-1 0,10 1 1 0,-10-2-1 0,-10 12 1 0,0-12-1 0,0 2 0 0,0-2 0 0,-10 13 0 0,-19 8 1 0,-1-10-1 0,0 10 0 0,-19 18 0 0,-1-7 1 0,1 9 0 0,-21 10 1 0,21-10 2 0,-1 9 0 0,1 0 0 0,9 1 0 0,0 1 0 0,11 8-1 0,9-10-1 0,10 2 0 0,10-11-1 0,10-1-1 0,10 12 0 0,10-12 0 0,10 11 0 0,9 10 0 0,21-10-1 0,-1-1 1 0,20-10-1 0,11-8 0 0,-1-11 1 0,1 0-1 0,-11-20 1 0,0-9-1 0,-9 8 1 0,-19 2 0 0,-23-2 1 0,12-18 0 0,-10 0 0 0,-1-1 0 0,-19 10 1 0,-10 0-1 0,0 1 1 0,0-11-2 0,-29 10-1 0,-1-9 2 0,-20 9-2 0,-19 0 1 0,9 9-2 0,11 21-1 0,-11 0-3 0,11 11-5 0,9-1 0 0,20-1-5 0</inkml:trace>
  <inkml:trace contextRef="#ctx0" brushRef="#br0" timeOffset="26">23207 5596 6 0,'0'0'1'0,"-10"0"3"0,0-10-3 0,-19 0 0 0,-1-1-1 0,0 2 1 0,-29-1-1 0,-11-1 0 0,-9 11 0 0,9 21 0 0,1-1 0 0,-11 9 0 0,12 11 1 0,-12 10-1 0,10 9 1 0,1 1 0 0,19-1 0 0,10 0-1 0,11 2 1 0,19-23-1 0,0 13 0 0,30-11 0 0,19-1-1 0,11-19 1 0,10-10 0 0,9-1 0 0,20-9-1 0,10 0 1 0,1-19 0 0,-11-1 0 0,0-19 0 0,11 9 0 0,-11-10 0 0,-20 0 0 0,-19 0 0 0,-10 0 0 0,-21 1 0 0,1 0 1 0,-10-1 0 0,-10 10 0 0,-10 0-1 0,-29-9 0 0,-1-1 1 0,0 10-1 0,2 1 0 0,-13 9 0 0,11 0-2 0,20 20 0 0,-9 0-1 0,9 0-11 0</inkml:trace>
  <inkml:trace contextRef="#ctx0" brushRef="#br0" timeOffset="27">1181 7400 6 0,'0'0'8'0,"0"-8"-2"0,0 8-5 0,0 0-1 0,0-10 2 0,0 10-1 0,0-11 2 0,0 11-2 0,0 0 2 0,0 0 0 0,0 11 0 0,-10-1 0 0,10 19-1 0,-10 1 0 0,10 0 1 0,0-1 0 0,0 0 0 0,-10 1-2 0,10-9 2 0,0-2-3 0,-10 2 1 0,10-12 1 0,0-9 0 0,0 11-2 0,-10-11 0 0,10-11-1 0,0-8 1 0,-10-1-1 0,0-11 1 0,10 1 0 0,-10-8 0 0,0 7 0 0,0 1 0 0,1-10 0 0,9 2 0 0,-10 17 0 0,10-8 0 0,0-1 0 0,0 19-1 0,10-7 1 0,9 7 0 0,1 11 0 0,10 0 0 0,-10 11 0 0,10-1-1 0,-1 9 1 0,-19-9 0 0,20 20 1 0,-10 0 1 0,0 0 3 0,-20-12 1 0,0 13 1 0,-10-11-1 0,0 10-2 0,-20-10 1 0,0 9-4 0,11-9 0 0,-11 10-1 0,10-20-5 0,10 0-12 0,10-1-21 0,0-9 24 0,10 11-8 0</inkml:trace>
  <inkml:trace contextRef="#ctx0" brushRef="#br0" timeOffset="28">1151 7807 18 0,'0'0'5'0,"10"0"10"0,10 0-8 0,0 0-4 0,9-9-2 0,31-20 1 0,-11 9-2 0,-9 9-2 0,-10 2-8 0,0 9-3 0,-10 0 8 0,-1 0-16 0</inkml:trace>
  <inkml:trace contextRef="#ctx0" brushRef="#br0" timeOffset="29">1518 7392 12 0,'0'0'3'0,"0"0"1"0,-10-10-1 0,0 10 1 0,0-11 2 0,0 11-1 0,10 0-1 0,-10 11 1 0,10 7 0 0,0 22-1 0,20 11-1 0,-10 18-1 0,0-20-2 0,0-8 1 0,10 8-1 0,-10-19 0 0,-10-21 0 0,11 2-1 0,-11-1 0 0,0-10-2 0,0-21-4 0,0-9 4 0,0 1 1 0,-11-11 1 0,1 10 0 0,-10-10 0 0,10 10 1 0,0 1 1 0,-10 10 0 0,10 9-1 0,10 10 0 0,0-11 0 0,10 11 0 0,10-9 1 0,-10 9-2 0,30-21 2 0,-10 12 0 0,10-11-1 0,-21 1 1 0,11 9-1 0,-20-10 1 0,10 10-1 0,-10-1 2 0,-1 11 5 0,-9 0 0 0,10 21-1 0,-10 17 0 0,0 2-1 0,0 1-1 0,0-12 0 0,0 30-3 0,0-28 1 0,10-1 0 0,-10-1-2 0,20 1 0 0,-10-11 1 0,0 2-3 0,0-1-3 0,0-10-20 0,10-10-12 0,-20 0 12 0</inkml:trace>
  <inkml:trace contextRef="#ctx0" brushRef="#br0" timeOffset="30">23207 9951 8 0,'0'0'3'0,"0"0"-2"0,-10 0-1 0,10-11 1 0,-10 3 0 0,10-2 0 0,-8-1 0 0,-3 2 0 0,1-1 0 0,0-10 0 0,-10 10-1 0,10 0 2 0,-10-1-1 0,0 2 0 0,0-1-1 0,1-1 1 0,-1 3-1 0,10 8 1 0,-20 0-1 0,0 0 0 0,1 0 0 0,-1 0 0 0,0 0 1 0,0 8 0 0,0-8 0 0,1 11-1 0,-1-11 0 0,0 10 1 0,0 10-1 0,-9-10 0 0,9 0 0 0,-10 10 0 0,12-10 0 0,-13-1 0 0,11 12 0 0,-10-13 1 0,1 3 1 0,9 9 1 0,-10-11 3 0,10 12-3 0,-9-1 0 0,19-10 1 0,-20 29-2 0,20-19-1 0,1 20 0 0,-1-10 0 0,0 0-1 0,20-1 1 0,0 0-1 0,10 12 0 0,0-12 1 0,19 11-2 0,-9 0 1 0,20 8 1 0,-10 3-2 0,9-11 0 0,-9-2 0 0,10 2 1 0,0 1 0 0,-1-12-1 0,1 0 2 0,10 1-1 0,-1 1 1 0,0-22 1 0,1 12-1 0,0-12 0 0,10-9 0 0,-1 0 0 0,-9-9-1 0,9-12 2 0,1-19 0 0,-1 1 0 0,-9 10 0 0,9-21 0 0,1 10-1 0,-10 11 1 0,-11-12-1 0,1 22 0 0,-10-2 0 0,-10 2-1 0,-1 0 1 0,1-2-2 0,0 2 2 0,-10-11 0 0,0 9 0 0,-10-8 0 0,-10-11-3 0,-10-9 1 0,0-1 1 0,-49-29-2 0,-1 10 1 0,1 29-2 0,9 0-1 0,11 11 0 0,9 9 0 0,-19-10-4 0,19 20-11 0,10 0 4 0,10 10-4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8-03T14:15:54.137"/>
    </inkml:context>
    <inkml:brush xml:id="br0">
      <inkml:brushProperty name="width" value="0.05292" units="cm"/>
      <inkml:brushProperty name="height" value="0.05292" units="cm"/>
      <inkml:brushProperty name="color" value="#FF8000"/>
      <inkml:brushProperty name="antiAliased" value="0"/>
    </inkml:brush>
  </inkml:definitions>
  <inkml:trace contextRef="#ctx0" brushRef="#br0">19546 4563 7 0,'0'0'5'0,"0"0"0"0,0-9-4 0,0-1 1 0,10-10-1 0,-10 0 1 0,10-9 0 0,0-1 1 0,0-10-1 0,0-1 0 0,0 12-1 0,-10 0 0 0,10-1 0 0,-1 30-1 0,-9-11 1 0,0 22 1 0,0 8 0 0,0 21 0 0,-9 19 0 0,9-8-2 0,-10 8 1 0,10-19-1 0,-10-10 0 0,10-10 1 0,0-11-1 0,0 1 1 0,10-10 0 0,0-19 1 0,-1-1-2 0,1-10 0 0,10-10 0 0,0 0 0 0,0 10-1 0,0 1 1 0,-10 18-1 0,0 2 1 0,0 9 0 0,-10 20 0 0,0 0 0 0,-10 10 1 0,10-1-1 0,0 1 0 0,0 0 0 0,0 0 0 0,0-1 0 0,10-19 0 0,-1 9 0 0,11-19 0 0,0 0 0 0,0 0 0 0,10-19 1 0,-10-10-1 0,-1 8 0 0,1 2 0 0,-10 8 0 0,0 2 1 0,-10-1 0 0,0 10-1 0,-10 0 0 0,10 0 0 0,-10 10 0 0,10-1 0 0,-10 2-1 0,10 8-3 0,0 2-5 0,10-2-5 0,10 1-10 0</inkml:trace>
  <inkml:trace contextRef="#ctx0" brushRef="#br0" timeOffset="1">20330 4801 7 0,'0'0'7'0,"0"-9"-5"0,10-1 0 0,-10 10-1 0,10-10 0 0,-10-1 0 0,0 2 1 0,10-1-1 0,-10-1 1 0,10 11-1 0,-10-8-1 0,10 8 1 0,-10 0-1 0,0 8 1 0,0 3 1 0,0 8-1 0,-10 12 1 0,0-1-1 0,0 0 1 0,0 9-1 0,0-9 0 0,0 0 0 0,0 0 0 0,0-1-1 0,10 1 0 0,-10-10 0 0,0 10-2 0,10-21-8 0,0 11 2 0,0-11-13 0</inkml:trace>
  <inkml:trace contextRef="#ctx0" brushRef="#br0" timeOffset="2">20171 5288 4 0,'0'0'2'0,"0"-10"7"0,0 10-7 0,0 0-1 0,0 0 2 0,0 19-3 0,10 2 0 0,-10 9 0 0,0-12 1 0,10 3-1 0,-10 9 0 0,0-20 0 0,0-1 1 0,0 2 1 0,0-1-1 0,0-10-1 0,-10-10 1 0,10-1-1 0,0 2 0 0,-10-1 0 0,10 0 0 0,0-1 0 0,0 2 0 0,0-1 0 0,0-1 0 0,0 3 0 0,-10-2 0 0,10-1 0 0,0 2-1 0,0-1 2 0,0 10-1 0,0-10 0 0,0-1 0 0,0 2 0 0,0 9 0 0,0-10 0 0,0 10 0 0,0-11 0 0,0 11 0 0,0 0 0 0,0 0 3 0,0 0-3 0,-11 11 0 0,11-11 0 0,0 0 0 0,0 10 0 0,0-10 0 0,0 0 0 0,0 0 0 0,0 0 0 0,0 0 0 0,0 0 1 0,0 0-1 0,0 0 0 0,0 0-3 0,0 9 2 0,0-9 0 0,0 0 1 0,0 0-1 0,0 0-1 0,0 11 1 0,0-11 0 0,0 10-3 0,0-10-13 0</inkml:trace>
  <inkml:trace contextRef="#ctx0" brushRef="#br0" timeOffset="3">20150 5396 6 0,'0'0'7'0,"0"0"-4"0,0 0-2 0,0-9 0 0,0-1 0 0,11-1-1 0,-11 3 0 0,0-2 1 0,0-1-1 0,0 2 0 0,0 9 1 0,0-10-1 0,-11 0 1 0,11-1-1 0,-9 11 1 0,-1 0-1 0,1 11 0 0,-1-11 1 0,0 20 0 0,-1-11 0 0,2 2 0 0,-1 7-1 0,10-7 1 0,0-1-1 0,0-1 1 0,0 2-2 0,0-1 1 0,10 0 0 0,-1-1 0 0,12-9 1 0,-11 0-1 0,-1 0 1 0,10-9-1 0,-19-1 0 0,11 0 0 0,-1-1 1 0,-10-19-1 0,0 22 0 0,0-2 0 0,0-1 0 0,0-8 1 0,-10 9-1 0,10-1 0 0,0 2 0 0,0-1 0 0,0 10 0 0,0-11 0 0,10 11-1 0,0 0 1 0,0-9 0 0,0 9 0 0,-10 0 0 0,10 20 1 0,-10-10 0 0,0 10 0 0,0 0 1 0,0-11-1 0,0 12 0 0,0-13 0 0,0 3 0 0,10-1-1 0,-10-10 1 0,10 0 0 0,-10 0-1 0,0 0 0 0,10-10 0 0,0-1 0 0,-1 3 0 0,-9-13 0 0,10 12 0 0,0-1 0 0,-10 0 0 0,10 10-1 0,-10 0 1 0,0 0 0 0,10 0-1 0,-10 0 1 0,0 10 0 0,0 0 1 0,0-1-1 0,10 2 0 0,-10-11 0 0,10 10 0 0,0-10 0 0,10-10-1 0,0-1-2 0,-1 11-9 0,11-9 5 0,-30-1-11 0</inkml:trace>
  <inkml:trace contextRef="#ctx0" brushRef="#br0" timeOffset="4">20628 5229 7 0,'0'0'4'0,"0"9"1"0,0 1-3 0,0 9-1 0,11 2 1 0,-11 19-2 0,8-10 1 0,2-11-1 0,-10 0 0 0,10 12 0 0,-10-11 0 0,10-10 0 0,-10-10 1 0,-10-21-1 0,10 2 0 0,-10-2 0 0,0-9 0 0,2 1 0 0,8 0-1 0,-11-1 1 0,11 0 0 0,0 11 0 0,0-1 0 0,0 9 0 0,0 2 0 0,0 9 0 0,11 0 0 0,-3 9 1 0,2 12-1 0,0-2 1 0,-10 1 0 0,10 0 0 0,0-10 1 0,-10-1 0 0,0 12 0 0,0-11-1 0,-10-10-1 0,10 9 0 0,0-9-2 0,0 0-3 0,0 11 0 0,0-11 1 0,0 10-13 0</inkml:trace>
  <inkml:trace contextRef="#ctx0" brushRef="#br0" timeOffset="5">20548 5495 11 0,'0'11'5'0,"0"-11"-4"0,-10 0 0 0,10 0 0 0,20 0 3 0,10 0-3 0,0-11 1 0,-1 3-2 0,1 8 0 0,0-10-3 0,0 10-1 0,-1-11-15 0</inkml:trace>
  <inkml:trace contextRef="#ctx0" brushRef="#br0" timeOffset="6">20836 5308 12 0,'0'0'4'0,"-10"0"-2"0,10 0-1 0,0 10 0 0,0 0 0 0,0-1-1 0,0 12 1 0,0-13-1 0,10-8 0 0,-10 11 1 0,0-1-1 0,0-10 0 0,0 9 1 0,0-18-2 0,0-1 0 0,0-9 0 0,0-2 1 0,10 12 0 0,-10-11 0 0,10 9 0 0,0 2-1 0,0-12 1 0,0 21 0 0,-1-9 0 0,1-1 0 0,0 0 0 0,0 10 0 0,0 0 0 0,-10 0 1 0,10 0 0 0,-10 0 0 0,0 0 2 0,0 10 0 0,-10 9 1 0,10-8-1 0,0 8-1 0,0-8 0 0,0 9-2 0,10 0 0 0,-10-2 1 0,10-7-1 0,0 8 0 0,0-8-2 0,-10-1-6 0,10 0-4 0,-10-10-7 0</inkml:trace>
  <inkml:trace contextRef="#ctx0" brushRef="#br0" timeOffset="7">21044 5229 7 0,'0'0'7'0,"0"-10"-5"0,0 0-1 0,0-1-1 0,10 2 0 0,10-1 1 0,10-1-1 0,-20 11 1 0,10 0-1 0,-10 11 0 0,-1 8 1 0,1 2 1 0,-10-2-1 0,0 1 1 0,0 0-2 0,-10-1 1 0,10-8-3 0,-9 9-2 0,9-11 0 0,-10 2-12 0</inkml:trace>
  <inkml:trace contextRef="#ctx0" brushRef="#br0" timeOffset="8">21104 5477 14 0,'0'0'3'0,"-10"0"-1"0,10 0 3 0,0 0 2 0,0 0 1 0,10 0-17 0,-10 0-3 0,0 0-6 0</inkml:trace>
  <inkml:trace contextRef="#ctx0" brushRef="#br0" timeOffset="9">14129 5128 9 0,'0'0'4'0,"-10"0"-1"0,10 0-1 0,0 0-1 0,10 0 8 0,10 0-6 0,19 0-2 0,1 0-1 0,0 0 0 0,10-9 0 0,-11 9 0 0,1-9-3 0,-21 9-3 0,11 0 1 0,-20 0-13 0</inkml:trace>
  <inkml:trace contextRef="#ctx0" brushRef="#br0" timeOffset="10">14188 5297 10 0,'0'0'6'0,"0"0"-5"0,0-9 0 0,0 9 0 0,0-10 0 0,0-1 1 0,-10 11 0 0,10 0-1 0,0 11 1 0,0 8-1 0,0 12 0 0,-10-1 0 0,10 8 0 0,-9 2 0 0,9-10 1 0,0-1 0 0,0-8 1 0,0-2-1 0,0-8-1 0,0-1 1 0,0-10-1 0,19 0-1 0,-9 0 0 0,20 0-1 0,-20-10-2 0,10 10-3 0,0 0-3 0,-1 0 2 0,-9 0-12 0</inkml:trace>
  <inkml:trace contextRef="#ctx0" brushRef="#br0" timeOffset="11">14337 5447 15 0,'0'0'4'0,"0"0"-3"0,-19-11 0 0,8 11-1 0,1 0 0 0,10 11 1 0,-10-11-1 0,10 10 2 0,0-1-2 0,0 12 1 0,10-2-1 0,0 1 0 0,1 0 0 0,8-1-1 0,-8 12 2 0,-2-11-2 0,-9-11 1 0,0 0 1 0,0 2-1 0,0-1 0 0,-9-10 0 0,-12 9 0 0,12-9 0 0,-2 0-2 0,1 0-1 0,0 0-2 0,10 0-10 0</inkml:trace>
  <inkml:trace contextRef="#ctx0" brushRef="#br0" timeOffset="12">14645 5546 17 0,'0'0'3'0,"-10"0"-3"0,10-11 0 0,0 2-1 0,-10 9 1 0,10-10 1 0,0 0-1 0,-10-1 0 0,10 3 0 0,-10-2 0 0,10 10 0 0,-10-11-1 0,10 11 2 0,-20 0-1 0,10 11 0 0,-10-11 2 0,11 10 0 0,-11 9 0 0,10-9-1 0,10 0-1 0,0 10 1 0,0-10-1 0,0-10 0 0,10 9 0 0,19 2 0 0,-19-11 0 0,10 0 0 0,0 0-1 0,-10 0 1 0,0-11-1 0,0 2 0 0,-10-1 0 0,0-1 1 0,0-8 0 0,0 9 0 0,0-1 1 0,0 3-2 0,10-2 1 0,0-1 0 0,-10 11 0 0,10 0 0 0,0 0 1 0,-1 11 0 0,1-11 1 0,0 10 0 0,-10-10 0 0,10 8 0 0,-10 3 0 0,10-11-1 0,-10 10 0 0,10-10 0 0,-10 10 0 0,0-10-1 0,10 0 1 0,0 0-1 0,0 0-1 0,0 0 1 0,-10 0-2 0,10-10 0 0,0 10 0 0,0-10 0 0,-10 10 1 0,0 0 1 0,9-11 0 0,-9 11 0 0,0 11 8 0,0-11-5 0,0 10-2 0,0-10 1 0,10 10 0 0,0-10-2 0,0 9 0 0,0-9-1 0,20 0-9 0,-9 0-4 0,7-9 6 0,-28 9-6 0</inkml:trace>
  <inkml:trace contextRef="#ctx0" brushRef="#br0" timeOffset="13">15230 5417 10 0,'0'0'4'0,"-10"0"-2"0,10 0-1 0,0 10 0 0,0-10-1 0,0 9 1 0,0 2 0 0,0-1 1 0,10-10-2 0,-10 9 0 0,10 2 1 0,0-1-1 0,0-10-1 0,-10 0-1 0,10 0 1 0,-10-10-1 0,-10-1 1 0,0-8 0 0,0 8 1 0,-10-8 0 0,10-2 1 0,-10 2-1 0,10 8 0 0,10 3 1 0,-9-2-1 0,18-1 0 0,1 2 0 0,0 9 1 0,20 0 0 0,-10 0-1 0,0 9 0 0,-10 2 1 0,0-1-1 0,0 9 1 0,-10-9 1 0,0 10 0 0,-10-10-1 0,0 0-2 0,0-1 0 0,10 2-3 0,-10-1 0 0,10-10-12 0</inkml:trace>
  <inkml:trace contextRef="#ctx0" brushRef="#br0" timeOffset="14">15190 5605 17 0,'-10'-9'10'0,"10"9"-4"0,-9-10-7 0,9 10 1 0,19-10 0 0,1 10 1 0,0 0 0 0,10-11 0 0,-10 11-2 0,19 0-5 0,-19 0-1 0,10 0 1 0,-20 0-9 0</inkml:trace>
  <inkml:trace contextRef="#ctx0" brushRef="#br0" timeOffset="15">15518 5358 15 0,'0'0'2'0,"0"-10"0"0,-10 10-1 0,0 0-1 0,0 0 1 0,0 10 2 0,10-2 1 0,0 3 1 0,-10-1-3 0,10 10-1 0,0 0-1 0,10-11 0 0,0 12 0 0,0-12 0 0,-10 2-1 0,0-1 0 0,10-10-1 0,-10 0-2 0,0-10-4 0,0-10 8 0,-10-1 0 0,10 2 0 0,-10-2 1 0,0 2 0 0,0 0 1 0,0 9-1 0,10-1-1 0,0 2 1 0,10 9-1 0,10-10 0 0,-10 10 1 0,10 0-1 0,0 0 0 0,-1 0 0 0,-9 10 0 0,0 10 0 0,10-10 3 0,-20 19 2 0,10-9 2 0,-10 9-2 0,0-8-1 0,0 9-2 0,0-11-1 0,0 1 0 0,0-11-1 0,11 2-4 0,-2-1-14 0,1-10 4 0,-10 0-5 0</inkml:trace>
  <inkml:trace contextRef="#ctx0" brushRef="#br0" timeOffset="16">15786 5366 14 0,'-10'-8'4'0,"0"-2"0"0,0-10-2 0,0 10-1 0,10 0-1 0,0-1 0 0,10 2 0 0,10-1 0 0,0 10 1 0,-1-11-1 0,1 11 0 0,0 11 0 0,-10-1 1 0,0 10 2 0,-10 0 1 0,0 0-1 0,0-2-1 0,0 3-1 0,-10-12-1 0,10 12-4 0,-10-2-8 0,10-8 5 0,0-1-10 0</inkml:trace>
  <inkml:trace contextRef="#ctx0" brushRef="#br0" timeOffset="17">15855 5586 16 0,'0'0'4'0,"10"0"27"0,-10 10-66 0,0-10 19 0</inkml:trace>
  <inkml:trace contextRef="#ctx0" brushRef="#br0" timeOffset="18">1559 8761 6 0,'-11'0'6'0,"11"-10"-3"0,0 10 0 0,-10-11-2 0,10 11 0 0,0-9 0 0,0 9 0 0,0 9 0 0,10 2-1 0,1-1-1 0,-2 9-21 0</inkml:trace>
  <inkml:trace contextRef="#ctx0" brushRef="#br0" timeOffset="19">9733 14406 255 0</inkml:trace>
  <inkml:trace contextRef="#ctx0" brushRef="#br0" timeOffset="20">4078 8830 5 0,'0'0'2'0,"0"0"4"0,-10 9-5 0,10-9 0 0,0 0 0 0,0 0 0 0,0 0 0 0,0 11 2 0,0-11-1 0,0 0 3 0,10-11-3 0,0 11-2 0,1-9 0 0,-2-1 0 0,1-1 1 0,-1 2-2 0,-9 0 2 0,0-2-2 0,0 11 1 0,0 0 0 0,0-9 0 0,-9 9 0 0,-1 0 1 0,1 9 1 0,-12 2 3 0,11 7-1 0,0 3-1 0,0 9 0 0,10-11-1 0,0-8-1 0,0 8 1 0,0-8-1 0,20-11-1 0,0 9-1 0,0-18 1 0,9-2-1 0,1-8-1 0,-11-11 0 0,12 9 0 0,-11 2-1 0,-1-1 2 0,-9 0 0 0,0 1 1 0,0 9 0 0,-10-1 1 0,0 2-2 0,0 9 2 0,0 0-1 0,10 20 1 0,-10-10-1 0,0 20 0 0,10-12 1 0,0 3-2 0,0-1 2 0,0 0-1 0,-10 0 1 0,10-10-1 0,-10-1 4 0,-10 2 0 0,0-11-2 0,-10 0 1 0,0 0-1 0,10 0 0 0,-10-11-1 0,11 11-1 0,-11-9-2 0,10 9-2 0,10 0-12 0,-10 9-8 0,10-9 7 0</inkml:trace>
  <inkml:trace contextRef="#ctx0" brushRef="#br0" timeOffset="21">17135 6677 4 0,'0'0'4'0,"0"-11"-3"0,-10 11 0 0,10 0-1 0,0 0 1 0,-10 0-1 0,10 11 0 0,-10 9 1 0,10 10 0 0,-10 0 0 0,10 18 0 0,-10-18-1 0,10 1 1 0,-9-2 0 0,9 1-1 0,0-10 1 0,0-10 0 0,0-10 0 0,0 0 0 0,0-10 1 0,0-1-2 0,0-19 0 0,0 12 0 0,0-12 0 0,0 0 0 0,0 0 0 0,0-1 0 0,9 2 0 0,-9 10 0 0,0 8 1 0,0 11-2 0,0-9 1 0,0 18 0 0,0 2 0 0,0 8 1 0,0 10-2 0,0 2 2 0,0-1-1 0,0 0 0 0,0-11 0 0,0 1 0 0,10 0 0 0,0-20 1 0,0 10-1 0,-10-20 1 0,20-10-2 0,0-9 2 0,0-11-1 0,0 0 1 0,-1-10-1 0,1 11 0 0,-10 8-1 0,0 12 1 0,0 19 0 0,0 0 0 0,-10 30 0 0,0-1-1 0,0 22 1 0,-10-12 0 0,10 0 1 0,10-8 0 0,-10-2-1 0,10-9 1 0,0-10-1 0,0-1 1 0,0-9-1 0,10-9 1 0,-11-12-1 0,11 3 0 0,0-2 0 0,0 0 1 0,-10-10-1 0,11 10 0 0,-12 0-1 0,12 9 1 0,-13 11 0 0,-8 0 0 0,10 21 0 0,-10 9 0 0,10-11-1 0,-10 2 1 0,10-2 0 0,0-8 0 0,1 7 0 0,-2-7 1 0,10-1-1 0,-8-1 1 0,9-9-1 0,-1-9 1 0,11-12 0 0,-10 3 1 0,0-22 0 0,10-1-1 0,-1-7-1 0,-9 8 1 0,-10 20-1 0,0 10 0 0,0 10 0 0,0 0 1 0,-10 19-1 0,0 11 0 0,0-1 0 0,0 2 1 0,0-1-1 0,0-10 1 0,10-10 0 0,0 0 0 0,10-1 0 0,-1-9 1 0,1 0 0 0,0-9 0 0,0-1-1 0,-10-11 1 0,10 12-1 0,0-12-1 0,-10 21 0 0,-1-9 0 0,1 9 1 0,0 0-1 0,0 9 0 0,0 2 0 0,-10-1 1 0,10-1-1 0,0 2 0 0,10-11 0 0,-9 0 1 0,8 0 0 0,10-11-1 0,12-8 0 0,-13-11 0 0,12 1 0 0,-21 8 0 0,12 2-1 0,-11 8 1 0,-10 11 1 0,-10 0-1 0,0 21 1 0,0 9 0 0,0-1-1 0,10 1 2 0,-10-11-1 0,0 2-1 0,10-11 1 0,-10 10 0 0,10-20-1 0,0 0 0 0,9 0 1 0,-9 0-1 0,20-11 0 0,-10-8 0 0,0 9 0 0,-10-10 0 0,10 10 0 0,-1-10-1 0,-9 0 0 0,0 1 1 0,0 9 0 0,-10 10 0 0,10 0 0 0,-10 0 1 0,0 10-2 0,0-2 2 0,10 3-1 0,-10-1 0 0,10 0-2 0,10-10 3 0,0 0-2 0,-1 0 1 0,1 0 1 0,0-10-1 0,0 0 0 0,0-1 0 0,-10 3 1 0,0-2-1 0,0 10 0 0,-10 0 0 0,0 0 0 0,0 0 1 0,-10 10-1 0,10-2-1 0,0 3 1 0,0-1 0 0,0 0-1 0,10-1-9 0,1 2-11 0,17-1 5 0,-18-10-2 0</inkml:trace>
  <inkml:trace contextRef="#ctx0" brushRef="#br0" timeOffset="22">19487 7153 7 0,'0'0'7'0,"0"-10"-4"0,0 1-1 0,0-1-1 0,0 0 1 0,0-1 1 0,9 2-1 0,-9-1 2 0,0-1-1 0,10 2-1 0,-10-1-1 0,0 10 0 0,0 0-1 0,0-10 1 0,0 20 0 0,0 0 0 0,0-1 0 0,0 12 0 0,-10-1 0 0,10 9 0 0,-9-19 0 0,9 9 0 0,-10-8 0 0,10 8-1 0,0-8 0 0,0-1-1 0,0 0-9 0,0-1-4 0,0 2-9 0</inkml:trace>
  <inkml:trace contextRef="#ctx0" brushRef="#br0" timeOffset="23">19437 7263 7 0,'0'0'2'0,"0"0"6"0,0 8-7 0,0 3 0 0,0-1 0 0,0 10-1 0,10 0 1 0,-10-11-1 0,9 2 0 0,-9-1 1 0,0-1 1 0,11-9-1 0,-11 11 1 0,10-22 0 0,0 11-2 0,9-9 1 0,-10-1-1 0,2-1 0 0,9 2 0 0,-10-11-1 0,10 9-2 0,-10 2-1 0,0 9-18 0</inkml:trace>
  <inkml:trace contextRef="#ctx0" brushRef="#br0" timeOffset="24">19814 6757 6 0,'0'0'3'0,"0"0"3"0,0-10-4 0,10-1-1 0,0-8 0 0,10-1-1 0,-10-11 1 0,0 12 0 0,-1 0-1 0,1-2 1 0,0-8-1 0,-10 9 0 0,0 10 1 0,0-10-2 0,-10 10 1 0,0 0 1 0,-9 10-1 0,-1 10 0 0,0 9-1 0,0 11 1 0,-10 1 1 0,10-1 0 0,1 8 2 0,-1 13-1 0,10-11-1 0,0-1 1 0,10-9-1 0,20 0-1 0,0-11 0 0,9-8 1 0,11-11 0 0,0-11 0 0,-1-8-2 0,-9-11 2 0,0-10-1 0,-10 11 1 0,-10-1-1 0,0 9 0 0,-10 2 0 0,-10-2-1 0,-10 12 1 0,10 9-2 0,-10 9-3 0,10 2-2 0,-10 9 2 0,20-20-12 0</inkml:trace>
  <inkml:trace contextRef="#ctx0" brushRef="#br0" timeOffset="25">19844 6856 9 0,'0'0'8'0,"0"-10"-6"0,-10-1 0 0,10-19-2 0,-10 11 1 0,10-2 2 0,0 13 0 0,0-2 0 0,0-1-2 0,0 11 1 0,0 21 1 0,0-2 0 0,0 10-1 0,10 1 1 0,10 1-2 0,-10-11 0 0,0-2 1 0,19-7-1 0,-9-1 0 0,10-10 0 0,0 0-1 0,-9-10 1 0,7-10 0 0,-8 0-1 0,0 1 0 0,-1-11 0 0,-8 0 0 0,9-1 0 0,-11 13 0 0,-9-2 0 0,0 10 0 0,0-1 0 0,0 11 0 0,-9 11 0 0,-1 8 1 0,0 2-1 0,10-2 1 0,-11 1 1 0,11-11-1 0,0 12 0 0,0-12 0 0,11 2 0 0,-1-1 0 0,9-10-1 0,0 0 1 0,2-10-1 0,-11-1 0 0,10 2 0 0,-10-12 0 0,0 12 0 0,0-1 0 0,0 0 1 0,-10-1-1 0,0 11 0 0,0 0-1 0,0 21 2 0,0-11-1 0,0-1 0 0,0 2 1 0,10 8-1 0,-1-8 1 0,1-1 0 0,10-10-1 0,0 10 1 0,0-10-1 0,0 0 1 0,0 0-1 0,-10-10 0 0,9 0 1 0,1-1-1 0,-10-8-1 0,0 8 1 0,0-8 1 0,0-2-1 0,-10 3 0 0,0 7 0 0,-10 2 0 0,10-1 0 0,0 10 1 0,-10-11-2 0,0 22 1 0,0-11 0 0,0 10 0 0,0-1 1 0,0 2-1 0,10 7 1 0,-9-7 0 0,9-1 0 0,0 9 0 0,0-8 1 0,9 8-1 0,1-8 0 0,0-1 0 0,10-10 0 0,-10 10 0 0,10-10 1 0,0 0-2 0,0-10 1 0,-10 0 0 0,9-1-1 0,1-8 0 0,10 8 0 0,-20-8 1 0,10-2-1 0,0 3 0 0,-1-2 0 0,-9-1 0 0,10 2 0 0,-10-11 1 0,1 9 0 0,-2 3-2 0,-9-2 1 0,0-11 1 0,0 12-1 0,-20 8 0 0,10-8-1 0,0 9 0 0,-10 10 1 0,1 0 0 0,-1 20 0 0,10 0 0 0,-10-1 0 0,10 12 0 0,0-1 0 0,10 8 0 0,0-7 0 0,10-1 0 0,0 0 1 0,10-11-1 0,0 1-1 0,9-11 1 0,-9 2 1 0,11-1-1 0,-12-10 0 0,1 0 1 0,0-10 0 0,-11-1-1 0,10 2 0 0,2-11 0 0,-11 9 0 0,0-7 0 0,0 7-1 0,10 11 1 0,-10-9 0 0,0 9-1 0,9 0 1 0,1 9-1 0,-10 12 1 0,10-13-2 0,-10 13 1 0,0-11 1 0,-10 10 0 0,-10-10 1 0,0-1 0 0,-10 2 0 0,0-1 1 0,1-10-1 0,-1 10-1 0,0-10 0 0,10 0 1 0,0 0-2 0,10-10-3 0,0 10-11 0,10-10-13 0,20-1 4 0,-20 11 4 0</inkml:trace>
  <inkml:trace contextRef="#ctx0" brushRef="#br0" timeOffset="26">21392 6717 5 0,'-10'0'5'0,"10"0"-2"0,-10-11-1 0,-1 11-1 0,-8 0 1 0,10 0-2 0,-2 11 0 0,1-11 2 0,0 10 2 0,0 10 2 0,0-2 3 0,2 3-3 0,8 9-3 0,0-11 0 0,18 2-2 0,2-2 0 0,1-8 0 0,7-11-1 0,3 0-1 0,-3-11-12 0,-7-8-6 0,-1-2 10 0,-10 21-3 0</inkml:trace>
  <inkml:trace contextRef="#ctx0" brushRef="#br0" timeOffset="27">21471 6736 10 0,'0'0'5'0,"-10"11"-4"0,10-11 0 0,0 10 0 0,0-10 0 0,10 0 5 0,0 0-1 0,0-10 0 0,10-10-3 0,-10 10-1 0,9-10 0 0,-9 0-1 0,0 0 0 0,-10-1-1 0,10 3 0 0,-10-2 1 0,0 0-2 0,0 0 2 0,0-1-1 0,-10 12 0 0,0-1 1 0,0 0-1 0,-9 10 1 0,9 10 0 0,0 0 1 0,0 10 2 0,0 10 4 0,0-1 1 0,10 11-2 0,-10 0-3 0,10 9 0 0,20-20-1 0,-10 11 0 0,10-19 1 0,-1 9-2 0,1-11 1 0,-10-8-1 0,10-11 0 0,0 9 0 0,0-18-1 0,0-2 1 0,9-18-2 0,-19 9-2 0,10-10-5 0,0-1-9 0,-10 2-2 0,0 10 9 0,0-1 6 0,0 10-11 0</inkml:trace>
  <inkml:trace contextRef="#ctx0" brushRef="#br0" timeOffset="28">21759 6409 11 0,'0'0'2'0,"-10"10"2"0,10 20-2 0,0 20 2 0,0 9 5 0,0-19 0 0,0 9-3 0,10 1-3 0,-10-11-3 0,10-10 1 0,-10 2-3 0,0-22-2 0,0 2-13 0,0-1 4 0</inkml:trace>
  <inkml:trace contextRef="#ctx0" brushRef="#br0" timeOffset="29">21640 6706 14 0,'0'0'5'0,"0"0"-2"0,0 0 0 0,10 0 4 0,-1 0 4 0,21 0-1 0,0 0-3 0,10 0-5 0,-11 0-2 0,1 0-2 0,0 0-18 0,0 0-2 0,-20 0 4 0</inkml:trace>
  <inkml:trace contextRef="#ctx0" brushRef="#br0" timeOffset="30">21996 6706 13 0,'-9'0'2'0,"9"0"-1"0,-10 0 3 0,1 11 2 0,-2-11 2 0,-9 19-1 0,10-8-4 0,0-1-1 0,2 9 0 0,8-9-2 0,0 0 0 0,0 10-1 0,8-10 1 0,2 10 0 0,0-10 1 0,0 0-1 0,-10-1 2 0,0 2 3 0,0-11-2 0,-10 9 0 0,0-9-1 0,-8 0 0 0,7 0-1 0,-9 0 0 0,10 0-2 0,10-9-1 0,-10 9-8 0,10 0-12 0,10 0 6 0,0 0 0 0</inkml:trace>
  <inkml:trace contextRef="#ctx0" brushRef="#br0" timeOffset="31">22156 6846 19 0,'0'0'18'0,"0"0"-4"0,-10 10 3 0,10-10 4 0,0 0 5 0,0 0-20 0,0 0-7 0,0 0-12 0,0 0-22 0,-10 0-2 0,10 0 2 0</inkml:trace>
  <inkml:trace contextRef="#ctx0" brushRef="#br0" timeOffset="32">22076 6607 12 0,'0'0'3'0,"-10"-9"-1"0,-1-1-2 0,-8 0 1 0,19-1 0 0,-9 2 2 0,9 9-1 0,0-21-2 0,19 12 0 0,1-1 1 0,0 10-1 0,0 0 0 0,-10 10 0 0,0 10 0 0,-10 20 0 0,0 0 0 0,-10-2 1 0,0-7-1 0,0-1 0 0,0 0-1 0,10-11-7 0</inkml:trace>
  <inkml:trace contextRef="#ctx0" brushRef="#br0" timeOffset="33">22195 6607 8 0,'0'0'2'0,"0"0"1"0,-10-9-2 0,10-1 0 0,0 0-1 0,10-1 0 0,0 2 1 0,10-12-1 0,0 12 0 0,10-1 1 0,-11 10 1 0,1 0 0 0,-10 0-1 0,10 19 0 0,-20 2-1 0,0 9 1 0,0 0 0 0,-10-1-1 0,-10 1-2 0,10-10-3 0,10 0-13 0</inkml:trace>
  <inkml:trace contextRef="#ctx0" brushRef="#br0" timeOffset="34">22334 6866 12 0,'0'0'3'0,"0"0"16"0,0 0 0 0,0 0 7 0,0 0-20 0,10 0 2 0,0 0-5 0,-10 0-1 0,10 0-2 0,-10-10 1 0,10 10-6 0,-10 0-17 0,10 0-27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SN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8E33EC-6152-49D0-BF44-25BB545060C4}" type="datetimeFigureOut">
              <a:rPr lang="fr-SN" smtClean="0"/>
              <a:t>03/08/2026</a:t>
            </a:fld>
            <a:endParaRPr lang="fr-SN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SN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SN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D5FD5-3420-43DC-93BF-774D0BE7BA43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192290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23EED-013D-069E-988C-1854D2EF1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44DA2D-F9FF-1D8D-1C90-97C2A8ACB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 lIns="107031" tIns="53515" rIns="107031" bIns="53515"/>
          <a:lstStyle/>
          <a:p>
            <a:endParaRPr lang="fr-S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D6354C-DD71-6C82-2331-8335E7864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228EA-B4E8-5FB0-B080-260DCEAC76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381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47868-8A2C-7DCF-1C93-10AF9BE19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BA9BEE-569B-91E6-50F2-CAB87CDB05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 lIns="107031" tIns="53515" rIns="107031" bIns="53515"/>
          <a:lstStyle/>
          <a:p>
            <a:endParaRPr lang="fr-S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25BB04-820F-3D9E-1719-DB7EAAF78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8F25D-9084-0B6C-A91B-2F8D3ADC36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630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FD470-7965-F427-C621-8AABE2FC9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57C216-C685-33F6-8BE5-6BC9241AA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 lIns="107031" tIns="53515" rIns="107031" bIns="53515"/>
          <a:lstStyle/>
          <a:p>
            <a:endParaRPr lang="fr-S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994B41-219E-46DC-F7E8-8685E6CC3D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352C3-C954-8499-DE90-C95EE5D026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686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1899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customXml" Target="../ink/ink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customXml" Target="../ink/ink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customXml" Target="../ink/ink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customXml" Target="../ink/ink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customXml" Target="../ink/ink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customXml" Target="../ink/ink11.xml"/><Relationship Id="rId4" Type="http://schemas.openxmlformats.org/officeDocument/2006/relationships/chart" Target="../charts/char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customXml" Target="../ink/ink13.xml"/><Relationship Id="rId4" Type="http://schemas.openxmlformats.org/officeDocument/2006/relationships/chart" Target="../charts/char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B0E34-67AB-C12D-65A2-124EAE17D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>
            <a:extLst>
              <a:ext uri="{FF2B5EF4-FFF2-40B4-BE49-F238E27FC236}">
                <a16:creationId xmlns:a16="http://schemas.microsoft.com/office/drawing/2014/main" id="{6E440239-D600-13EE-BF1B-DA8311581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125339" cy="5143500"/>
          </a:xfrm>
          <a:prstGeom prst="rect">
            <a:avLst/>
          </a:prstGeom>
        </p:spPr>
      </p:pic>
      <p:pic>
        <p:nvPicPr>
          <p:cNvPr id="3" name="Image 19">
            <a:extLst>
              <a:ext uri="{FF2B5EF4-FFF2-40B4-BE49-F238E27FC236}">
                <a16:creationId xmlns:a16="http://schemas.microsoft.com/office/drawing/2014/main" id="{4465BC79-D697-0421-8D20-993873A82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661" y="0"/>
            <a:ext cx="6125339" cy="51435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" name="Text 3">
            <a:extLst>
              <a:ext uri="{FF2B5EF4-FFF2-40B4-BE49-F238E27FC236}">
                <a16:creationId xmlns:a16="http://schemas.microsoft.com/office/drawing/2014/main" id="{F7C0FA78-1B32-705A-E7E0-5A3418AAD48B}"/>
              </a:ext>
            </a:extLst>
          </p:cNvPr>
          <p:cNvSpPr/>
          <p:nvPr/>
        </p:nvSpPr>
        <p:spPr>
          <a:xfrm>
            <a:off x="457200" y="1291592"/>
            <a:ext cx="8229600" cy="1363649"/>
          </a:xfrm>
          <a:prstGeom prst="rect">
            <a:avLst/>
          </a:prstGeom>
          <a:noFill/>
          <a:ln/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wrap="square" lIns="0" tIns="0" rIns="0" bIns="0" rtlCol="0" anchor="ctr"/>
          <a:lstStyle/>
          <a:p>
            <a:pPr>
              <a:spcAft>
                <a:spcPts val="200"/>
              </a:spcAft>
            </a:pPr>
            <a:r>
              <a:rPr lang="fr-FR" sz="2800" b="1" spc="300" dirty="0">
                <a:solidFill>
                  <a:srgbClr val="FFFFFF"/>
                </a:solidFill>
              </a:rPr>
              <a:t>RAPPORT D’AUDIT</a:t>
            </a:r>
          </a:p>
          <a:p>
            <a:pPr>
              <a:spcAft>
                <a:spcPts val="200"/>
              </a:spcAft>
            </a:pPr>
            <a:r>
              <a:rPr lang="fr-FR" sz="2800" b="1" spc="300" dirty="0">
                <a:solidFill>
                  <a:srgbClr val="FFFFFF"/>
                </a:solidFill>
              </a:rPr>
              <a:t>COMPLÉTUDE ET QUALITÉ DES DONNÉES KYC</a:t>
            </a:r>
          </a:p>
        </p:txBody>
      </p:sp>
      <p:pic>
        <p:nvPicPr>
          <p:cNvPr id="5" name="Image 25">
            <a:extLst>
              <a:ext uri="{FF2B5EF4-FFF2-40B4-BE49-F238E27FC236}">
                <a16:creationId xmlns:a16="http://schemas.microsoft.com/office/drawing/2014/main" id="{F2A8C500-3D88-8915-0A08-FDC4D84017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058" y="0"/>
            <a:ext cx="1829941" cy="445009"/>
          </a:xfrm>
          <a:prstGeom prst="rect">
            <a:avLst/>
          </a:prstGeom>
        </p:spPr>
      </p:pic>
      <p:sp>
        <p:nvSpPr>
          <p:cNvPr id="6" name="Text 4">
            <a:extLst>
              <a:ext uri="{FF2B5EF4-FFF2-40B4-BE49-F238E27FC236}">
                <a16:creationId xmlns:a16="http://schemas.microsoft.com/office/drawing/2014/main" id="{A857E414-623F-8B2C-EE2F-2C73DE611411}"/>
              </a:ext>
            </a:extLst>
          </p:cNvPr>
          <p:cNvSpPr/>
          <p:nvPr/>
        </p:nvSpPr>
        <p:spPr>
          <a:xfrm>
            <a:off x="457200" y="2902723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SN</a:t>
            </a:r>
            <a:endParaRPr lang="en-US" sz="2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45E82AD-9414-9783-CA14-EC4B7260339C}"/>
              </a:ext>
            </a:extLst>
          </p:cNvPr>
          <p:cNvSpPr/>
          <p:nvPr/>
        </p:nvSpPr>
        <p:spPr>
          <a:xfrm>
            <a:off x="457200" y="3578587"/>
            <a:ext cx="3657600" cy="4572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FB5C789-872A-DCA4-0A19-ED97F638DC92}"/>
              </a:ext>
            </a:extLst>
          </p:cNvPr>
          <p:cNvSpPr/>
          <p:nvPr/>
        </p:nvSpPr>
        <p:spPr>
          <a:xfrm>
            <a:off x="45720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au 31 juillet 2026  |  389 421 particuliers  |  15 677 entreprises</a:t>
            </a: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49BA5569-73C3-2056-7219-E1EC86136DA6}"/>
              </a:ext>
            </a:extLst>
          </p:cNvPr>
          <p:cNvSpPr/>
          <p:nvPr/>
        </p:nvSpPr>
        <p:spPr>
          <a:xfrm>
            <a:off x="8417009" y="-913363"/>
            <a:ext cx="5029200" cy="5029200"/>
          </a:xfrm>
          <a:prstGeom prst="ellipse">
            <a:avLst/>
          </a:prstGeom>
          <a:solidFill>
            <a:schemeClr val="accent6">
              <a:lumMod val="40000"/>
              <a:lumOff val="60000"/>
              <a:alpha val="8000"/>
            </a:schemeClr>
          </a:solidFill>
          <a:ln w="12700">
            <a:solidFill>
              <a:schemeClr val="accent5">
                <a:lumMod val="50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fr-SN" sz="12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01D43CE4-DFE1-DBD4-F5E6-3CCEBB8F9508}"/>
              </a:ext>
            </a:extLst>
          </p:cNvPr>
          <p:cNvSpPr/>
          <p:nvPr/>
        </p:nvSpPr>
        <p:spPr>
          <a:xfrm>
            <a:off x="8639939" y="-457200"/>
            <a:ext cx="3200400" cy="3200400"/>
          </a:xfrm>
          <a:prstGeom prst="ellipse">
            <a:avLst/>
          </a:prstGeom>
          <a:solidFill>
            <a:srgbClr val="00B0F0">
              <a:alpha val="12000"/>
            </a:srgbClr>
          </a:solidFill>
          <a:ln w="12700">
            <a:solidFill>
              <a:schemeClr val="accent5">
                <a:lumMod val="50000"/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fr-SN" sz="1200" dirty="0"/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34F6C0CF-C78A-8B92-3D78-CCE253E2CB1C}"/>
              </a:ext>
            </a:extLst>
          </p:cNvPr>
          <p:cNvSpPr txBox="1"/>
          <p:nvPr/>
        </p:nvSpPr>
        <p:spPr>
          <a:xfrm>
            <a:off x="457200" y="4754880"/>
            <a:ext cx="64008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fr-SN" sz="800" b="0" i="0" dirty="0">
                <a:solidFill>
                  <a:srgbClr val="A0D4B8"/>
                </a:solidFill>
                <a:latin typeface="Calibri"/>
              </a:rPr>
              <a:t>Conformité BOA Group</a:t>
            </a:r>
            <a:endParaRPr sz="800" b="0" i="0" dirty="0">
              <a:solidFill>
                <a:srgbClr val="A0D4B8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8788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D1A75-52C5-1632-8D3E-84D5A2F2E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9">
            <a:extLst>
              <a:ext uri="{FF2B5EF4-FFF2-40B4-BE49-F238E27FC236}">
                <a16:creationId xmlns:a16="http://schemas.microsoft.com/office/drawing/2014/main" id="{1CFA205C-92BB-D5AF-C944-7C9961763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196" y="0"/>
            <a:ext cx="4053803" cy="51435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1A9CAC39-60A3-8354-CCA2-2EC0DCA475F8}"/>
              </a:ext>
            </a:extLst>
          </p:cNvPr>
          <p:cNvSpPr/>
          <p:nvPr/>
        </p:nvSpPr>
        <p:spPr>
          <a:xfrm>
            <a:off x="313715" y="-88301"/>
            <a:ext cx="4625313" cy="1363649"/>
          </a:xfrm>
          <a:prstGeom prst="rect">
            <a:avLst/>
          </a:prstGeom>
          <a:noFill/>
          <a:ln/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1000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4800" dirty="0">
              <a:solidFill>
                <a:srgbClr val="009A56"/>
              </a:solidFill>
            </a:endParaRPr>
          </a:p>
        </p:txBody>
      </p:sp>
      <p:pic>
        <p:nvPicPr>
          <p:cNvPr id="4" name="Image 25">
            <a:extLst>
              <a:ext uri="{FF2B5EF4-FFF2-40B4-BE49-F238E27FC236}">
                <a16:creationId xmlns:a16="http://schemas.microsoft.com/office/drawing/2014/main" id="{84C0433A-0D55-9202-B55B-E831C41895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059" y="0"/>
            <a:ext cx="1829941" cy="445009"/>
          </a:xfrm>
          <a:prstGeom prst="rect">
            <a:avLst/>
          </a:prstGeom>
        </p:spPr>
      </p:pic>
      <p:sp>
        <p:nvSpPr>
          <p:cNvPr id="12" name="Shape 1">
            <a:extLst>
              <a:ext uri="{FF2B5EF4-FFF2-40B4-BE49-F238E27FC236}">
                <a16:creationId xmlns:a16="http://schemas.microsoft.com/office/drawing/2014/main" id="{CED87160-B53E-F1B6-4C34-08BB2801E4CD}"/>
              </a:ext>
            </a:extLst>
          </p:cNvPr>
          <p:cNvSpPr/>
          <p:nvPr/>
        </p:nvSpPr>
        <p:spPr>
          <a:xfrm>
            <a:off x="8417009" y="-913363"/>
            <a:ext cx="5029200" cy="5029200"/>
          </a:xfrm>
          <a:prstGeom prst="ellipse">
            <a:avLst/>
          </a:prstGeom>
          <a:solidFill>
            <a:schemeClr val="accent6">
              <a:lumMod val="40000"/>
              <a:lumOff val="60000"/>
              <a:alpha val="8000"/>
            </a:schemeClr>
          </a:solidFill>
          <a:ln w="12700">
            <a:solidFill>
              <a:schemeClr val="accent5">
                <a:lumMod val="50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fr-SN" sz="1200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B1C713A2-F229-1FA0-D98A-28F112D7073A}"/>
              </a:ext>
            </a:extLst>
          </p:cNvPr>
          <p:cNvSpPr/>
          <p:nvPr/>
        </p:nvSpPr>
        <p:spPr>
          <a:xfrm>
            <a:off x="8639939" y="-457200"/>
            <a:ext cx="3200400" cy="3200400"/>
          </a:xfrm>
          <a:prstGeom prst="ellipse">
            <a:avLst/>
          </a:prstGeom>
          <a:solidFill>
            <a:srgbClr val="00B0F0">
              <a:alpha val="12000"/>
            </a:srgbClr>
          </a:solidFill>
          <a:ln w="12700">
            <a:solidFill>
              <a:schemeClr val="accent5">
                <a:lumMod val="50000"/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fr-SN" sz="12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E4A8E5E-450D-3C54-D2B1-ED579EB60EB9}"/>
              </a:ext>
            </a:extLst>
          </p:cNvPr>
          <p:cNvSpPr/>
          <p:nvPr/>
        </p:nvSpPr>
        <p:spPr>
          <a:xfrm>
            <a:off x="182879" y="1446737"/>
            <a:ext cx="45719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6">
            <a:extLst>
              <a:ext uri="{FF2B5EF4-FFF2-40B4-BE49-F238E27FC236}">
                <a16:creationId xmlns:a16="http://schemas.microsoft.com/office/drawing/2014/main" id="{08EE52CA-E423-A784-DD40-0C3F796FC896}"/>
              </a:ext>
            </a:extLst>
          </p:cNvPr>
          <p:cNvSpPr txBox="1"/>
          <p:nvPr/>
        </p:nvSpPr>
        <p:spPr>
          <a:xfrm>
            <a:off x="320039" y="1478627"/>
            <a:ext cx="35792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I</a:t>
            </a:r>
          </a:p>
        </p:txBody>
      </p:sp>
      <p:sp>
        <p:nvSpPr>
          <p:cNvPr id="55" name="TextBox 7">
            <a:extLst>
              <a:ext uri="{FF2B5EF4-FFF2-40B4-BE49-F238E27FC236}">
                <a16:creationId xmlns:a16="http://schemas.microsoft.com/office/drawing/2014/main" id="{989A48A7-916A-0926-D0FA-F77ADC972484}"/>
              </a:ext>
            </a:extLst>
          </p:cNvPr>
          <p:cNvSpPr txBox="1"/>
          <p:nvPr/>
        </p:nvSpPr>
        <p:spPr>
          <a:xfrm>
            <a:off x="914399" y="1432461"/>
            <a:ext cx="4175797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fr-SN" sz="1400" b="1" i="0" dirty="0">
                <a:solidFill>
                  <a:srgbClr val="FFFF00"/>
                </a:solidFill>
                <a:latin typeface="Calibri"/>
              </a:rPr>
              <a:t>Périmètre et statistiques</a:t>
            </a:r>
            <a:endParaRPr sz="1400" b="1" i="0" dirty="0">
              <a:solidFill>
                <a:srgbClr val="FFFF00"/>
              </a:solidFill>
              <a:latin typeface="Calibri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798FB43-8E1B-0554-0CA8-0A41D6A41846}"/>
              </a:ext>
            </a:extLst>
          </p:cNvPr>
          <p:cNvSpPr/>
          <p:nvPr/>
        </p:nvSpPr>
        <p:spPr>
          <a:xfrm>
            <a:off x="182879" y="1830785"/>
            <a:ext cx="3877526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2E66FA2-D496-9836-9F41-3D2809385417}"/>
              </a:ext>
            </a:extLst>
          </p:cNvPr>
          <p:cNvSpPr/>
          <p:nvPr/>
        </p:nvSpPr>
        <p:spPr>
          <a:xfrm>
            <a:off x="182879" y="2013665"/>
            <a:ext cx="45719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10">
            <a:extLst>
              <a:ext uri="{FF2B5EF4-FFF2-40B4-BE49-F238E27FC236}">
                <a16:creationId xmlns:a16="http://schemas.microsoft.com/office/drawing/2014/main" id="{1380B89C-8560-DF29-B90B-2BE933FFB515}"/>
              </a:ext>
            </a:extLst>
          </p:cNvPr>
          <p:cNvSpPr txBox="1"/>
          <p:nvPr/>
        </p:nvSpPr>
        <p:spPr>
          <a:xfrm>
            <a:off x="320039" y="2045555"/>
            <a:ext cx="35792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II</a:t>
            </a:r>
          </a:p>
        </p:txBody>
      </p:sp>
      <p:sp>
        <p:nvSpPr>
          <p:cNvPr id="63" name="TextBox 11">
            <a:extLst>
              <a:ext uri="{FF2B5EF4-FFF2-40B4-BE49-F238E27FC236}">
                <a16:creationId xmlns:a16="http://schemas.microsoft.com/office/drawing/2014/main" id="{E43B07E2-7CAE-9C1F-FEE9-EDBBC8EF1180}"/>
              </a:ext>
            </a:extLst>
          </p:cNvPr>
          <p:cNvSpPr txBox="1"/>
          <p:nvPr/>
        </p:nvSpPr>
        <p:spPr>
          <a:xfrm>
            <a:off x="914399" y="1999389"/>
            <a:ext cx="4175797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Complétude des données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6C0F68C-D1F5-B7C1-DB46-24D64E6E0A6F}"/>
              </a:ext>
            </a:extLst>
          </p:cNvPr>
          <p:cNvSpPr/>
          <p:nvPr/>
        </p:nvSpPr>
        <p:spPr>
          <a:xfrm>
            <a:off x="182879" y="2397713"/>
            <a:ext cx="3877526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EA5771D-06AE-0839-7A03-F313062852C6}"/>
              </a:ext>
            </a:extLst>
          </p:cNvPr>
          <p:cNvSpPr/>
          <p:nvPr/>
        </p:nvSpPr>
        <p:spPr>
          <a:xfrm>
            <a:off x="182879" y="2580593"/>
            <a:ext cx="45719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TextBox 14">
            <a:extLst>
              <a:ext uri="{FF2B5EF4-FFF2-40B4-BE49-F238E27FC236}">
                <a16:creationId xmlns:a16="http://schemas.microsoft.com/office/drawing/2014/main" id="{794CD4B0-23E5-856E-A5E6-894B41FEEF31}"/>
              </a:ext>
            </a:extLst>
          </p:cNvPr>
          <p:cNvSpPr txBox="1"/>
          <p:nvPr/>
        </p:nvSpPr>
        <p:spPr>
          <a:xfrm>
            <a:off x="320039" y="2612483"/>
            <a:ext cx="35792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III</a:t>
            </a:r>
          </a:p>
        </p:txBody>
      </p:sp>
      <p:sp>
        <p:nvSpPr>
          <p:cNvPr id="71" name="TextBox 15">
            <a:extLst>
              <a:ext uri="{FF2B5EF4-FFF2-40B4-BE49-F238E27FC236}">
                <a16:creationId xmlns:a16="http://schemas.microsoft.com/office/drawing/2014/main" id="{6FCC7989-22CA-5567-1616-C8CF02C85261}"/>
              </a:ext>
            </a:extLst>
          </p:cNvPr>
          <p:cNvSpPr txBox="1"/>
          <p:nvPr/>
        </p:nvSpPr>
        <p:spPr>
          <a:xfrm>
            <a:off x="914399" y="2566317"/>
            <a:ext cx="4175797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Qualité des données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8A3AD81-1DC3-9EA0-EA28-0A838ECA09D9}"/>
              </a:ext>
            </a:extLst>
          </p:cNvPr>
          <p:cNvSpPr/>
          <p:nvPr/>
        </p:nvSpPr>
        <p:spPr>
          <a:xfrm>
            <a:off x="182879" y="2964641"/>
            <a:ext cx="3877526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B1E4DA5-D16B-196A-F5FB-0B771A2D46E4}"/>
              </a:ext>
            </a:extLst>
          </p:cNvPr>
          <p:cNvSpPr/>
          <p:nvPr/>
        </p:nvSpPr>
        <p:spPr>
          <a:xfrm>
            <a:off x="182879" y="3147521"/>
            <a:ext cx="45719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7" name="TextBox 18">
            <a:extLst>
              <a:ext uri="{FF2B5EF4-FFF2-40B4-BE49-F238E27FC236}">
                <a16:creationId xmlns:a16="http://schemas.microsoft.com/office/drawing/2014/main" id="{872755B3-3D5D-37B2-172C-59B81C5DD5C1}"/>
              </a:ext>
            </a:extLst>
          </p:cNvPr>
          <p:cNvSpPr txBox="1"/>
          <p:nvPr/>
        </p:nvSpPr>
        <p:spPr>
          <a:xfrm>
            <a:off x="320039" y="3179411"/>
            <a:ext cx="35792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IV</a:t>
            </a:r>
          </a:p>
        </p:txBody>
      </p:sp>
      <p:sp>
        <p:nvSpPr>
          <p:cNvPr id="79" name="TextBox 19">
            <a:extLst>
              <a:ext uri="{FF2B5EF4-FFF2-40B4-BE49-F238E27FC236}">
                <a16:creationId xmlns:a16="http://schemas.microsoft.com/office/drawing/2014/main" id="{48D842F0-0D1F-1D91-5829-EC763AC4FC32}"/>
              </a:ext>
            </a:extLst>
          </p:cNvPr>
          <p:cNvSpPr txBox="1"/>
          <p:nvPr/>
        </p:nvSpPr>
        <p:spPr>
          <a:xfrm>
            <a:off x="914399" y="3133245"/>
            <a:ext cx="4175797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PPE, comptes en devise et non-résidents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1C1E434-FBD2-D42B-6788-660B98E68DA6}"/>
              </a:ext>
            </a:extLst>
          </p:cNvPr>
          <p:cNvSpPr/>
          <p:nvPr/>
        </p:nvSpPr>
        <p:spPr>
          <a:xfrm>
            <a:off x="182879" y="3531569"/>
            <a:ext cx="3877526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1C252D2-C594-6A94-824C-15263C673C3C}"/>
              </a:ext>
            </a:extLst>
          </p:cNvPr>
          <p:cNvSpPr/>
          <p:nvPr/>
        </p:nvSpPr>
        <p:spPr>
          <a:xfrm>
            <a:off x="182879" y="3714449"/>
            <a:ext cx="45719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TextBox 22">
            <a:extLst>
              <a:ext uri="{FF2B5EF4-FFF2-40B4-BE49-F238E27FC236}">
                <a16:creationId xmlns:a16="http://schemas.microsoft.com/office/drawing/2014/main" id="{F40CF104-2E76-E759-8BC4-2D7AAA2C69D4}"/>
              </a:ext>
            </a:extLst>
          </p:cNvPr>
          <p:cNvSpPr txBox="1"/>
          <p:nvPr/>
        </p:nvSpPr>
        <p:spPr>
          <a:xfrm>
            <a:off x="320039" y="3746339"/>
            <a:ext cx="35792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V</a:t>
            </a:r>
          </a:p>
        </p:txBody>
      </p:sp>
      <p:sp>
        <p:nvSpPr>
          <p:cNvPr id="87" name="TextBox 23">
            <a:extLst>
              <a:ext uri="{FF2B5EF4-FFF2-40B4-BE49-F238E27FC236}">
                <a16:creationId xmlns:a16="http://schemas.microsoft.com/office/drawing/2014/main" id="{CB64AFBB-2D25-2863-F687-A1484B8AB0C0}"/>
              </a:ext>
            </a:extLst>
          </p:cNvPr>
          <p:cNvSpPr txBox="1"/>
          <p:nvPr/>
        </p:nvSpPr>
        <p:spPr>
          <a:xfrm>
            <a:off x="914399" y="3700173"/>
            <a:ext cx="4175797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Revue Scoring AML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E07EF5E-B520-151B-3D65-AFAA55BC4C6A}"/>
              </a:ext>
            </a:extLst>
          </p:cNvPr>
          <p:cNvSpPr/>
          <p:nvPr/>
        </p:nvSpPr>
        <p:spPr>
          <a:xfrm>
            <a:off x="182879" y="4098497"/>
            <a:ext cx="3877526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8E767A6-F4B8-4190-49A7-04A96C3DC5CF}"/>
              </a:ext>
            </a:extLst>
          </p:cNvPr>
          <p:cNvSpPr/>
          <p:nvPr/>
        </p:nvSpPr>
        <p:spPr>
          <a:xfrm>
            <a:off x="182879" y="4281377"/>
            <a:ext cx="45719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3" name="TextBox 26">
            <a:extLst>
              <a:ext uri="{FF2B5EF4-FFF2-40B4-BE49-F238E27FC236}">
                <a16:creationId xmlns:a16="http://schemas.microsoft.com/office/drawing/2014/main" id="{C5AC3566-BB2D-5B34-8F46-5B3F6C3C79B2}"/>
              </a:ext>
            </a:extLst>
          </p:cNvPr>
          <p:cNvSpPr txBox="1"/>
          <p:nvPr/>
        </p:nvSpPr>
        <p:spPr>
          <a:xfrm>
            <a:off x="320039" y="4313267"/>
            <a:ext cx="35792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VI</a:t>
            </a:r>
          </a:p>
        </p:txBody>
      </p:sp>
      <p:sp>
        <p:nvSpPr>
          <p:cNvPr id="95" name="TextBox 27">
            <a:extLst>
              <a:ext uri="{FF2B5EF4-FFF2-40B4-BE49-F238E27FC236}">
                <a16:creationId xmlns:a16="http://schemas.microsoft.com/office/drawing/2014/main" id="{ACE401DE-5D06-0866-E9E1-8F84C6315EF5}"/>
              </a:ext>
            </a:extLst>
          </p:cNvPr>
          <p:cNvSpPr txBox="1"/>
          <p:nvPr/>
        </p:nvSpPr>
        <p:spPr>
          <a:xfrm>
            <a:off x="914399" y="4267101"/>
            <a:ext cx="4175797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dirty="0" err="1">
                <a:solidFill>
                  <a:srgbClr val="1B2A4A"/>
                </a:solidFill>
                <a:latin typeface="Calibri"/>
              </a:rPr>
              <a:t>Synthèse</a:t>
            </a:r>
            <a:endParaRPr sz="14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1DC3F49-D260-0C81-3A7F-78E3405F3DBC}"/>
              </a:ext>
            </a:extLst>
          </p:cNvPr>
          <p:cNvSpPr/>
          <p:nvPr/>
        </p:nvSpPr>
        <p:spPr>
          <a:xfrm>
            <a:off x="182879" y="4665425"/>
            <a:ext cx="3877526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20926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44964"/>
            <a:ext cx="64008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dirty="0">
                <a:solidFill>
                  <a:srgbClr val="FFFFFF"/>
                </a:solidFill>
                <a:latin typeface="Calibri"/>
              </a:rPr>
              <a:t>I.  </a:t>
            </a:r>
            <a:r>
              <a:rPr sz="1800" b="1" i="0" dirty="0">
                <a:solidFill>
                  <a:srgbClr val="FFFF00"/>
                </a:solidFill>
                <a:latin typeface="Calibri"/>
              </a:rPr>
              <a:t>PÉRIMÈTRE ET MÉTHODOLOGIE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4251" y="1797396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BASE DE L'AUDIT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4251" y="2071716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4251" y="2199732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4251" y="2199732"/>
            <a:ext cx="2048256" cy="45720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3979" y="2263740"/>
            <a:ext cx="182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9A56"/>
                </a:solidFill>
                <a:latin typeface="Calibri"/>
              </a:rPr>
              <a:t>389 421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979" y="263864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Clients particuliers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979" y="2812380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371 132 identifiants uniques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35659" y="2199732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535659" y="2199732"/>
            <a:ext cx="2048256" cy="45720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45387" y="2263740"/>
            <a:ext cx="182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9A56"/>
                </a:solidFill>
                <a:latin typeface="Calibri"/>
              </a:rPr>
              <a:t>15 677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5387" y="263864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Clients entreprises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45387" y="2812380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15 677 identifiants uniques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57067" y="2199732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57067" y="2199732"/>
            <a:ext cx="2048256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66795" y="2263740"/>
            <a:ext cx="182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6795" y="263864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Champs de complétude suivis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6795" y="2812380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 dirty="0">
                <a:solidFill>
                  <a:srgbClr val="666666"/>
                </a:solidFill>
                <a:latin typeface="Calibri"/>
              </a:rPr>
              <a:t>11 champs PP · 8 champs PM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78474" y="2199732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778474" y="2199732"/>
            <a:ext cx="2048256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88203" y="2263740"/>
            <a:ext cx="182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88203" y="263864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Règles qualité applicables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88203" y="2812380"/>
            <a:ext cx="182880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fr-FR" sz="700" b="0" i="0" dirty="0">
                <a:solidFill>
                  <a:srgbClr val="666666"/>
                </a:solidFill>
                <a:latin typeface="Calibri"/>
              </a:rPr>
              <a:t>16 règles PP – 12 règles PM</a:t>
            </a:r>
            <a:endParaRPr sz="700" b="0" i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40" name="Shape 1">
            <a:extLst>
              <a:ext uri="{FF2B5EF4-FFF2-40B4-BE49-F238E27FC236}">
                <a16:creationId xmlns:a16="http://schemas.microsoft.com/office/drawing/2014/main" id="{91ADF2F5-4F32-E530-6DED-8DF2FCC3048A}"/>
              </a:ext>
            </a:extLst>
          </p:cNvPr>
          <p:cNvSpPr/>
          <p:nvPr/>
        </p:nvSpPr>
        <p:spPr>
          <a:xfrm>
            <a:off x="8417009" y="-913363"/>
            <a:ext cx="5029200" cy="5029200"/>
          </a:xfrm>
          <a:prstGeom prst="ellipse">
            <a:avLst/>
          </a:prstGeom>
          <a:solidFill>
            <a:schemeClr val="accent6">
              <a:lumMod val="40000"/>
              <a:lumOff val="60000"/>
              <a:alpha val="8000"/>
            </a:schemeClr>
          </a:solidFill>
          <a:ln w="12700">
            <a:solidFill>
              <a:schemeClr val="accent5">
                <a:lumMod val="50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fr-SN" sz="1200" dirty="0"/>
          </a:p>
        </p:txBody>
      </p:sp>
      <p:sp>
        <p:nvSpPr>
          <p:cNvPr id="42" name="Shape 2">
            <a:extLst>
              <a:ext uri="{FF2B5EF4-FFF2-40B4-BE49-F238E27FC236}">
                <a16:creationId xmlns:a16="http://schemas.microsoft.com/office/drawing/2014/main" id="{34506EC2-8958-F111-9520-27A6B8282E7B}"/>
              </a:ext>
            </a:extLst>
          </p:cNvPr>
          <p:cNvSpPr/>
          <p:nvPr/>
        </p:nvSpPr>
        <p:spPr>
          <a:xfrm>
            <a:off x="8639939" y="-457200"/>
            <a:ext cx="3200400" cy="3200400"/>
          </a:xfrm>
          <a:prstGeom prst="ellipse">
            <a:avLst/>
          </a:prstGeom>
          <a:solidFill>
            <a:srgbClr val="00B0F0">
              <a:alpha val="12000"/>
            </a:srgbClr>
          </a:solidFill>
          <a:ln w="12700">
            <a:solidFill>
              <a:schemeClr val="accent5">
                <a:lumMod val="50000"/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fr-SN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C7436877-9832-630E-6EA8-8FB0EDBE2717}"/>
                  </a:ext>
                </a:extLst>
              </p14:cNvPr>
              <p14:cNvContentPartPr/>
              <p14:nvPr/>
            </p14:nvContentPartPr>
            <p14:xfrm>
              <a:off x="617760" y="714240"/>
              <a:ext cx="6097680" cy="3750840"/>
            </p14:xfrm>
          </p:contentPart>
        </mc:Choice>
        <mc:Fallback xmlns=""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C7436877-9832-630E-6EA8-8FB0EDBE271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8400" y="704880"/>
                <a:ext cx="6116400" cy="3769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44964"/>
            <a:ext cx="64008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dirty="0">
                <a:solidFill>
                  <a:srgbClr val="FFFF00"/>
                </a:solidFill>
                <a:latin typeface="Calibri"/>
              </a:rPr>
              <a:t>I.  PÉRIMÈTRE ET MÉTHODOLOGIE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SYNTHÈSE EXÉCUTIVE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00B050"/>
                </a:solidFill>
                <a:latin typeface="Calibri"/>
              </a:rPr>
              <a:t>98 %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 err="1">
                <a:solidFill>
                  <a:srgbClr val="1B2A4A"/>
                </a:solidFill>
                <a:latin typeface="Calibri"/>
              </a:rPr>
              <a:t>Complétude</a:t>
            </a:r>
            <a:r>
              <a:rPr sz="850" b="1" i="0" dirty="0">
                <a:solidFill>
                  <a:srgbClr val="1B2A4A"/>
                </a:solidFill>
                <a:latin typeface="Calibri"/>
              </a:rPr>
              <a:t> </a:t>
            </a:r>
            <a:r>
              <a:rPr sz="850" b="1" i="0" dirty="0" err="1">
                <a:solidFill>
                  <a:srgbClr val="1B2A4A"/>
                </a:solidFill>
                <a:latin typeface="Calibri"/>
              </a:rPr>
              <a:t>particuliers</a:t>
            </a:r>
            <a:endParaRPr sz="85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fr-FR" sz="700" dirty="0">
                <a:solidFill>
                  <a:srgbClr val="FF0000"/>
                </a:solidFill>
              </a:rPr>
              <a:t>11 champs </a:t>
            </a:r>
            <a:r>
              <a:rPr lang="fr-FR" sz="700" dirty="0">
                <a:solidFill>
                  <a:srgbClr val="666666"/>
                </a:solidFill>
              </a:rPr>
              <a:t>· </a:t>
            </a:r>
            <a:r>
              <a:rPr sz="700" b="0" i="0" dirty="0">
                <a:solidFill>
                  <a:srgbClr val="666666"/>
                </a:solidFill>
                <a:latin typeface="Calibri"/>
              </a:rPr>
              <a:t>88.8 % de </a:t>
            </a:r>
            <a:r>
              <a:rPr lang="fr-SN" sz="700" b="0" i="0" dirty="0">
                <a:solidFill>
                  <a:srgbClr val="666666"/>
                </a:solidFill>
                <a:latin typeface="Calibri"/>
              </a:rPr>
              <a:t>clients complets</a:t>
            </a:r>
            <a:endParaRPr sz="700" b="0" i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82 %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Complétude entreprises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fr-FR" sz="700" dirty="0">
                <a:solidFill>
                  <a:srgbClr val="FF0000"/>
                </a:solidFill>
              </a:rPr>
              <a:t>8</a:t>
            </a:r>
            <a:r>
              <a:rPr lang="fr-FR" sz="700" dirty="0">
                <a:solidFill>
                  <a:srgbClr val="666666"/>
                </a:solidFill>
              </a:rPr>
              <a:t> </a:t>
            </a:r>
            <a:r>
              <a:rPr lang="fr-FR" sz="700" dirty="0">
                <a:solidFill>
                  <a:srgbClr val="FF0000"/>
                </a:solidFill>
              </a:rPr>
              <a:t>champs</a:t>
            </a:r>
            <a:r>
              <a:rPr lang="fr-FR" sz="700" dirty="0">
                <a:solidFill>
                  <a:srgbClr val="666666"/>
                </a:solidFill>
              </a:rPr>
              <a:t> · </a:t>
            </a:r>
            <a:r>
              <a:rPr sz="700" b="0" i="0" dirty="0">
                <a:solidFill>
                  <a:srgbClr val="666666"/>
                </a:solidFill>
                <a:latin typeface="Calibri"/>
              </a:rPr>
              <a:t>13.2 % de </a:t>
            </a:r>
            <a:r>
              <a:rPr lang="fr-SN" sz="700" b="0" i="0" dirty="0">
                <a:solidFill>
                  <a:srgbClr val="666666"/>
                </a:solidFill>
                <a:latin typeface="Calibri"/>
              </a:rPr>
              <a:t>clients complets</a:t>
            </a:r>
            <a:endParaRPr sz="700" b="0" i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70AD47"/>
                </a:solidFill>
                <a:latin typeface="Calibri"/>
              </a:rPr>
              <a:t>95.6 %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Qualité particuliers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 dirty="0">
                <a:solidFill>
                  <a:srgbClr val="FF0000"/>
                </a:solidFill>
                <a:latin typeface="Calibri"/>
              </a:rPr>
              <a:t>16 </a:t>
            </a:r>
            <a:r>
              <a:rPr sz="700" b="0" i="0" dirty="0" err="1">
                <a:solidFill>
                  <a:srgbClr val="FF0000"/>
                </a:solidFill>
                <a:latin typeface="Calibri"/>
              </a:rPr>
              <a:t>règles</a:t>
            </a:r>
            <a:r>
              <a:rPr sz="700" b="0" i="0" dirty="0">
                <a:solidFill>
                  <a:srgbClr val="FF0000"/>
                </a:solidFill>
                <a:latin typeface="Calibri"/>
              </a:rPr>
              <a:t> </a:t>
            </a:r>
            <a:r>
              <a:rPr sz="700" b="0" i="0" dirty="0">
                <a:solidFill>
                  <a:srgbClr val="666666"/>
                </a:solidFill>
                <a:latin typeface="Calibri"/>
              </a:rPr>
              <a:t>· 273 047 anomalies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85.4 %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Qualité entreprises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 dirty="0">
                <a:solidFill>
                  <a:srgbClr val="FF0000"/>
                </a:solidFill>
                <a:latin typeface="Calibri"/>
              </a:rPr>
              <a:t>12 </a:t>
            </a:r>
            <a:r>
              <a:rPr sz="700" b="0" i="0" dirty="0" err="1">
                <a:solidFill>
                  <a:srgbClr val="FF0000"/>
                </a:solidFill>
                <a:latin typeface="Calibri"/>
              </a:rPr>
              <a:t>règles</a:t>
            </a:r>
            <a:r>
              <a:rPr sz="700" b="0" i="0" dirty="0">
                <a:solidFill>
                  <a:srgbClr val="FF0000"/>
                </a:solidFill>
                <a:latin typeface="Calibri"/>
              </a:rPr>
              <a:t> </a:t>
            </a:r>
            <a:r>
              <a:rPr sz="700" b="0" i="0" dirty="0">
                <a:solidFill>
                  <a:srgbClr val="666666"/>
                </a:solidFill>
                <a:latin typeface="Calibri"/>
              </a:rPr>
              <a:t>· 27 484 anomalies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263555"/>
            <a:ext cx="2048256" cy="2487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2263555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2373283"/>
            <a:ext cx="256032" cy="256032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237328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2373283"/>
            <a:ext cx="155448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fr-FR" sz="850" b="1" i="0" dirty="0">
                <a:solidFill>
                  <a:srgbClr val="D32F2F"/>
                </a:solidFill>
                <a:latin typeface="Calibri"/>
              </a:rPr>
              <a:t>Informations complétées mais inexploitables</a:t>
            </a:r>
            <a:endParaRPr sz="850" b="1" i="0" dirty="0">
              <a:solidFill>
                <a:srgbClr val="D32F2F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75488" y="2958499"/>
            <a:ext cx="1828800" cy="856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Origine du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revenu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: 83.6 % des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particuliers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portent « Non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communiquée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», </a:t>
            </a:r>
            <a:r>
              <a:rPr sz="700" b="0" i="0" dirty="0" err="1">
                <a:solidFill>
                  <a:srgbClr val="FF0000"/>
                </a:solidFill>
                <a:latin typeface="Calibri"/>
              </a:rPr>
              <a:t>comptée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comme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renseignée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Côté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entreprises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, la proportion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atteint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75.8 %</a:t>
            </a:r>
            <a:r>
              <a:rPr lang="fr-FR" sz="700" b="0" i="0" dirty="0">
                <a:solidFill>
                  <a:srgbClr val="333333"/>
                </a:solidFill>
                <a:latin typeface="Calibri"/>
              </a:rPr>
              <a:t> des clients PM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Le champ le plus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faible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reste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lang="fr-SN" sz="700" dirty="0">
                <a:solidFill>
                  <a:srgbClr val="333333"/>
                </a:solidFill>
                <a:latin typeface="Calibri"/>
              </a:rPr>
              <a:t>« R</a:t>
            </a:r>
            <a:r>
              <a:rPr lang="fr-SN" sz="700" b="0" i="0" dirty="0">
                <a:solidFill>
                  <a:srgbClr val="333333"/>
                </a:solidFill>
                <a:latin typeface="Calibri"/>
              </a:rPr>
              <a:t>evenu</a:t>
            </a:r>
            <a:r>
              <a:rPr lang="fr-SN" sz="700" dirty="0">
                <a:solidFill>
                  <a:srgbClr val="333333"/>
                </a:solidFill>
                <a:latin typeface="Calibri"/>
              </a:rPr>
              <a:t> » 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(90 %</a:t>
            </a:r>
            <a:r>
              <a:rPr lang="fr-FR" sz="700" b="0" i="0" dirty="0">
                <a:solidFill>
                  <a:srgbClr val="333333"/>
                </a:solidFill>
                <a:latin typeface="Calibri"/>
              </a:rPr>
              <a:t> des PP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87168" y="2263555"/>
            <a:ext cx="2048256" cy="2487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487168" y="2263555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578608" y="2373283"/>
            <a:ext cx="256032" cy="256032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578608" y="237328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7791" y="2373283"/>
            <a:ext cx="15544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D32F2F"/>
                </a:solidFill>
                <a:latin typeface="Calibri"/>
              </a:rPr>
              <a:t>Le bloc financier entreprises est peu alimenté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96896" y="2958499"/>
            <a:ext cx="1828800" cy="9592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Résultat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net : 13 % de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complétude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(13 532 dossiers vides).</a:t>
            </a:r>
          </a:p>
          <a:p>
            <a:pPr algn="l">
              <a:spcAft>
                <a:spcPts val="40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</a:t>
            </a:r>
            <a:r>
              <a:rPr sz="700" b="0" i="0" dirty="0">
                <a:solidFill>
                  <a:srgbClr val="FF0000"/>
                </a:solidFill>
                <a:latin typeface="Calibri"/>
              </a:rPr>
              <a:t>Capital social 75 %</a:t>
            </a:r>
            <a:r>
              <a:rPr lang="fr-SN" sz="700" b="0" i="0" dirty="0">
                <a:solidFill>
                  <a:srgbClr val="FF0000"/>
                </a:solidFill>
                <a:latin typeface="Calibri"/>
              </a:rPr>
              <a:t> (nombre de clients)</a:t>
            </a:r>
            <a:r>
              <a:rPr sz="700" b="0" i="0" dirty="0">
                <a:solidFill>
                  <a:srgbClr val="FF0000"/>
                </a:solidFill>
                <a:latin typeface="Calibri"/>
              </a:rPr>
              <a:t> · </a:t>
            </a:r>
            <a:endParaRPr lang="fr-SN" sz="700" b="0" i="0" dirty="0">
              <a:solidFill>
                <a:srgbClr val="FF0000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lang="fr-SN" sz="700" dirty="0">
                <a:solidFill>
                  <a:srgbClr val="333333"/>
                </a:solidFill>
              </a:rPr>
              <a:t>• </a:t>
            </a:r>
            <a:r>
              <a:rPr sz="700" b="0" i="0" dirty="0">
                <a:solidFill>
                  <a:srgbClr val="FF0000"/>
                </a:solidFill>
                <a:latin typeface="Calibri"/>
              </a:rPr>
              <a:t>Chiffre d'affaires 86 % · </a:t>
            </a:r>
            <a:endParaRPr lang="fr-SN" sz="700" b="0" i="0" dirty="0">
              <a:solidFill>
                <a:srgbClr val="FF0000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lang="fr-SN" sz="700" dirty="0">
                <a:solidFill>
                  <a:srgbClr val="333333"/>
                </a:solidFill>
              </a:rPr>
              <a:t>• </a:t>
            </a:r>
            <a:r>
              <a:rPr sz="700" b="0" i="0" dirty="0" err="1">
                <a:solidFill>
                  <a:srgbClr val="FF0000"/>
                </a:solidFill>
                <a:latin typeface="Calibri"/>
              </a:rPr>
              <a:t>Numéro</a:t>
            </a:r>
            <a:r>
              <a:rPr sz="700" b="0" i="0" dirty="0">
                <a:solidFill>
                  <a:srgbClr val="FF0000"/>
                </a:solidFill>
                <a:latin typeface="Calibri"/>
              </a:rPr>
              <a:t> de </a:t>
            </a:r>
            <a:r>
              <a:rPr sz="700" b="0" i="0" dirty="0" err="1">
                <a:solidFill>
                  <a:srgbClr val="FF0000"/>
                </a:solidFill>
                <a:latin typeface="Calibri"/>
              </a:rPr>
              <a:t>registre</a:t>
            </a:r>
            <a:r>
              <a:rPr sz="700" b="0" i="0" dirty="0">
                <a:solidFill>
                  <a:srgbClr val="FF0000"/>
                </a:solidFill>
                <a:latin typeface="Calibri"/>
              </a:rPr>
              <a:t> de commerce 88 %.</a:t>
            </a:r>
          </a:p>
          <a:p>
            <a:pPr algn="l">
              <a:spcAft>
                <a:spcPts val="40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Seuls 13.2 % des dossiers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entreprises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sont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complets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08576" y="2263555"/>
            <a:ext cx="2048256" cy="2487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608576" y="2263555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700016" y="2373283"/>
            <a:ext cx="256032" cy="256032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700016" y="237328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2373283"/>
            <a:ext cx="155448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D32F2F"/>
                </a:solidFill>
                <a:latin typeface="Calibri"/>
              </a:rPr>
              <a:t>La </a:t>
            </a:r>
            <a:r>
              <a:rPr sz="850" b="1" i="0" dirty="0" err="1">
                <a:solidFill>
                  <a:srgbClr val="D32F2F"/>
                </a:solidFill>
                <a:latin typeface="Calibri"/>
              </a:rPr>
              <a:t>révision</a:t>
            </a:r>
            <a:r>
              <a:rPr sz="850" b="1" i="0" dirty="0">
                <a:solidFill>
                  <a:srgbClr val="D32F2F"/>
                </a:solidFill>
                <a:latin typeface="Calibri"/>
              </a:rPr>
              <a:t> KYC </a:t>
            </a:r>
            <a:r>
              <a:rPr lang="fr-FR" sz="850" b="1" i="0" dirty="0">
                <a:solidFill>
                  <a:srgbClr val="D32F2F"/>
                </a:solidFill>
                <a:latin typeface="Calibri"/>
              </a:rPr>
              <a:t>présente des défaillances</a:t>
            </a:r>
            <a:endParaRPr sz="850" b="1" i="0" dirty="0">
              <a:solidFill>
                <a:srgbClr val="D32F2F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718304" y="2958499"/>
            <a:ext cx="1828800" cy="6412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52.3 % des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particuliers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lang="fr-FR" sz="700" b="0" i="0" dirty="0">
                <a:solidFill>
                  <a:srgbClr val="333333"/>
                </a:solidFill>
                <a:latin typeface="Calibri"/>
              </a:rPr>
              <a:t>ont une date de revue </a:t>
            </a:r>
            <a:r>
              <a:rPr lang="fr-FR" sz="700" b="0" i="0" dirty="0" err="1">
                <a:solidFill>
                  <a:srgbClr val="333333"/>
                </a:solidFill>
                <a:latin typeface="Calibri"/>
              </a:rPr>
              <a:t>scoring</a:t>
            </a:r>
            <a:r>
              <a:rPr lang="fr-FR" sz="700" b="0" i="0" dirty="0">
                <a:solidFill>
                  <a:srgbClr val="333333"/>
                </a:solidFill>
                <a:latin typeface="Calibri"/>
              </a:rPr>
              <a:t> échue ou absente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(203 507 clients).</a:t>
            </a:r>
          </a:p>
          <a:p>
            <a:pPr algn="l">
              <a:spcAft>
                <a:spcPts val="40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68.8 %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côté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entreprises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(10 781 sociétés).</a:t>
            </a:r>
          </a:p>
          <a:p>
            <a:pPr algn="l">
              <a:spcAft>
                <a:spcPts val="40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202 clients à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risque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élevé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sont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concernés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, soit 6.6 % </a:t>
            </a:r>
            <a:r>
              <a:rPr sz="700" b="0" i="0" dirty="0">
                <a:solidFill>
                  <a:srgbClr val="FF0000"/>
                </a:solidFill>
                <a:latin typeface="Calibri"/>
              </a:rPr>
              <a:t>de </a:t>
            </a:r>
            <a:r>
              <a:rPr sz="700" b="0" i="0" dirty="0" err="1">
                <a:solidFill>
                  <a:srgbClr val="FF0000"/>
                </a:solidFill>
                <a:latin typeface="Calibri"/>
              </a:rPr>
              <a:t>ce</a:t>
            </a:r>
            <a:r>
              <a:rPr sz="700" b="0" i="0" dirty="0">
                <a:solidFill>
                  <a:srgbClr val="FF0000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FF0000"/>
                </a:solidFill>
                <a:latin typeface="Calibri"/>
              </a:rPr>
              <a:t>niveau</a:t>
            </a:r>
            <a:r>
              <a:rPr lang="fr-SN" sz="700" b="0" i="0" dirty="0">
                <a:solidFill>
                  <a:srgbClr val="FF0000"/>
                </a:solidFill>
                <a:latin typeface="Calibri"/>
              </a:rPr>
              <a:t> (des clients de cette catégorie)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9983" y="2263555"/>
            <a:ext cx="2048256" cy="2487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729983" y="2263555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821423" y="2373283"/>
            <a:ext cx="256032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821423" y="237328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50607" y="2373283"/>
            <a:ext cx="1554480" cy="512064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F59E0B"/>
                </a:solidFill>
                <a:latin typeface="Calibri"/>
              </a:rPr>
              <a:t>Les segments </a:t>
            </a:r>
            <a:r>
              <a:rPr sz="850" b="1" i="0" dirty="0" err="1">
                <a:solidFill>
                  <a:srgbClr val="F59E0B"/>
                </a:solidFill>
                <a:latin typeface="Calibri"/>
              </a:rPr>
              <a:t>sensibles</a:t>
            </a:r>
            <a:r>
              <a:rPr sz="850" b="1" i="0" dirty="0">
                <a:solidFill>
                  <a:srgbClr val="F59E0B"/>
                </a:solidFill>
                <a:latin typeface="Calibri"/>
              </a:rPr>
              <a:t> </a:t>
            </a:r>
            <a:r>
              <a:rPr sz="850" b="1" i="0" dirty="0" err="1">
                <a:solidFill>
                  <a:srgbClr val="F59E0B"/>
                </a:solidFill>
                <a:latin typeface="Calibri"/>
              </a:rPr>
              <a:t>concentrent</a:t>
            </a:r>
            <a:r>
              <a:rPr sz="850" b="1" i="0" dirty="0">
                <a:solidFill>
                  <a:srgbClr val="F59E0B"/>
                </a:solidFill>
                <a:latin typeface="Calibri"/>
              </a:rPr>
              <a:t> les </a:t>
            </a:r>
            <a:r>
              <a:rPr sz="850" b="1" i="0" dirty="0" err="1">
                <a:solidFill>
                  <a:srgbClr val="F59E0B"/>
                </a:solidFill>
                <a:latin typeface="Calibri"/>
              </a:rPr>
              <a:t>écarts</a:t>
            </a:r>
            <a:endParaRPr sz="850" b="1" i="0" dirty="0">
              <a:solidFill>
                <a:srgbClr val="F59E0B"/>
              </a:solidFill>
              <a:latin typeface="Calibri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839712" y="2958499"/>
            <a:ext cx="1828800" cy="7489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Non-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résidents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: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complétude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93 % et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qualité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85.6 % (global 98 % / 95.6 %).</a:t>
            </a:r>
          </a:p>
          <a:p>
            <a:pPr algn="l">
              <a:spcAft>
                <a:spcPts val="400"/>
              </a:spcAft>
            </a:pPr>
            <a:r>
              <a:rPr sz="700" b="0" i="0" dirty="0">
                <a:latin typeface="Calibri"/>
              </a:rPr>
              <a:t>•  493 </a:t>
            </a:r>
            <a:r>
              <a:rPr sz="700" b="0" i="0" dirty="0" err="1">
                <a:latin typeface="Calibri"/>
              </a:rPr>
              <a:t>entreprises</a:t>
            </a:r>
            <a:r>
              <a:rPr sz="700" b="0" i="0" dirty="0">
                <a:latin typeface="Calibri"/>
              </a:rPr>
              <a:t> </a:t>
            </a:r>
            <a:r>
              <a:rPr sz="700" b="0" i="0" dirty="0" err="1">
                <a:latin typeface="Calibri"/>
              </a:rPr>
              <a:t>en</a:t>
            </a:r>
            <a:r>
              <a:rPr sz="700" b="0" i="0" dirty="0">
                <a:latin typeface="Calibri"/>
              </a:rPr>
              <a:t> devise </a:t>
            </a:r>
            <a:r>
              <a:rPr sz="700" b="0" i="0" dirty="0" err="1">
                <a:latin typeface="Calibri"/>
              </a:rPr>
              <a:t>étrangère</a:t>
            </a:r>
            <a:r>
              <a:rPr sz="700" b="0" i="0" dirty="0">
                <a:latin typeface="Calibri"/>
              </a:rPr>
              <a:t> (3.14 % du </a:t>
            </a:r>
            <a:r>
              <a:rPr sz="700" b="0" i="0" dirty="0" err="1">
                <a:latin typeface="Calibri"/>
              </a:rPr>
              <a:t>portefeuille</a:t>
            </a:r>
            <a:r>
              <a:rPr sz="700" b="0" i="0" dirty="0">
                <a:latin typeface="Calibri"/>
              </a:rPr>
              <a:t>).</a:t>
            </a:r>
          </a:p>
          <a:p>
            <a:pPr algn="l">
              <a:spcAft>
                <a:spcPts val="400"/>
              </a:spcAft>
            </a:pPr>
            <a:r>
              <a:rPr sz="700" b="0" i="0" dirty="0">
                <a:latin typeface="Calibri"/>
              </a:rPr>
              <a:t>•  </a:t>
            </a:r>
            <a:r>
              <a:rPr sz="700" b="0" i="0" dirty="0" err="1">
                <a:latin typeface="Calibri"/>
              </a:rPr>
              <a:t>Périmètre</a:t>
            </a:r>
            <a:r>
              <a:rPr sz="700" b="0" i="0" dirty="0">
                <a:latin typeface="Calibri"/>
              </a:rPr>
              <a:t> sensible </a:t>
            </a:r>
            <a:r>
              <a:rPr sz="700" b="0" i="0" dirty="0" err="1">
                <a:latin typeface="Calibri"/>
              </a:rPr>
              <a:t>consolidé</a:t>
            </a:r>
            <a:r>
              <a:rPr sz="700" b="0" i="0" dirty="0">
                <a:latin typeface="Calibri"/>
              </a:rPr>
              <a:t> : 6 384 </a:t>
            </a:r>
            <a:r>
              <a:rPr sz="700" b="0" i="0" dirty="0" err="1">
                <a:latin typeface="Calibri"/>
              </a:rPr>
              <a:t>particuliers</a:t>
            </a:r>
            <a:r>
              <a:rPr sz="700" b="0" i="0" dirty="0">
                <a:latin typeface="Calibri"/>
              </a:rPr>
              <a:t>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88BB41B1-65B8-C3D3-9D4F-08DA3EEA1D9B}"/>
                  </a:ext>
                </a:extLst>
              </p14:cNvPr>
              <p14:cNvContentPartPr/>
              <p14:nvPr/>
            </p14:nvContentPartPr>
            <p14:xfrm>
              <a:off x="1182240" y="3584323"/>
              <a:ext cx="3161520" cy="639720"/>
            </p14:xfrm>
          </p:contentPart>
        </mc:Choice>
        <mc:Fallback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88BB41B1-65B8-C3D3-9D4F-08DA3EEA1D9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72880" y="3574963"/>
                <a:ext cx="3180240" cy="65844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ZoneTexte 2">
            <a:extLst>
              <a:ext uri="{FF2B5EF4-FFF2-40B4-BE49-F238E27FC236}">
                <a16:creationId xmlns:a16="http://schemas.microsoft.com/office/drawing/2014/main" id="{77DA95EF-2E13-320B-494A-4FFDA1D34B58}"/>
              </a:ext>
            </a:extLst>
          </p:cNvPr>
          <p:cNvSpPr txBox="1"/>
          <p:nvPr/>
        </p:nvSpPr>
        <p:spPr>
          <a:xfrm>
            <a:off x="843604" y="1150629"/>
            <a:ext cx="1753292" cy="4308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SN" sz="1100" dirty="0">
                <a:solidFill>
                  <a:srgbClr val="FF0000"/>
                </a:solidFill>
              </a:rPr>
              <a:t>Préciser qu’il s’agit du taux par champs</a:t>
            </a:r>
          </a:p>
        </p:txBody>
      </p: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9E9758FE-832F-9515-2B12-705E6934748A}"/>
              </a:ext>
            </a:extLst>
          </p:cNvPr>
          <p:cNvCxnSpPr>
            <a:cxnSpLocks/>
          </p:cNvCxnSpPr>
          <p:nvPr/>
        </p:nvCxnSpPr>
        <p:spPr>
          <a:xfrm>
            <a:off x="48491" y="1947393"/>
            <a:ext cx="890985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ZoneTexte 61">
            <a:extLst>
              <a:ext uri="{FF2B5EF4-FFF2-40B4-BE49-F238E27FC236}">
                <a16:creationId xmlns:a16="http://schemas.microsoft.com/office/drawing/2014/main" id="{64468585-A42A-F6C3-E7F2-5925CDEAA648}"/>
              </a:ext>
            </a:extLst>
          </p:cNvPr>
          <p:cNvSpPr txBox="1"/>
          <p:nvPr/>
        </p:nvSpPr>
        <p:spPr>
          <a:xfrm>
            <a:off x="365760" y="1990216"/>
            <a:ext cx="1753292" cy="2616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SN" sz="1100" dirty="0">
                <a:solidFill>
                  <a:srgbClr val="FF0000"/>
                </a:solidFill>
              </a:rPr>
              <a:t>Constats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II.  COMPLÉTUDE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PARTICULIERS — 11 CHAMPS DU RÉFÉRENTIEL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743200" cy="4572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252374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00B050"/>
                </a:solidFill>
                <a:latin typeface="Calibri"/>
              </a:rPr>
              <a:t>98 %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Taux de complétude global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0" y="1115568"/>
            <a:ext cx="27432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10128" y="1179576"/>
            <a:ext cx="2523744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88.8 %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1554480"/>
            <a:ext cx="252374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FF0000"/>
                </a:solidFill>
                <a:latin typeface="Calibri"/>
              </a:rPr>
              <a:t>Dossiers</a:t>
            </a:r>
            <a:r>
              <a:rPr sz="850" b="1" i="0" dirty="0">
                <a:solidFill>
                  <a:srgbClr val="1B2A4A"/>
                </a:solidFill>
                <a:latin typeface="Calibri"/>
              </a:rPr>
              <a:t> </a:t>
            </a:r>
            <a:r>
              <a:rPr sz="850" b="1" i="0" dirty="0" err="1">
                <a:solidFill>
                  <a:srgbClr val="1B2A4A"/>
                </a:solidFill>
                <a:latin typeface="Calibri"/>
              </a:rPr>
              <a:t>intégralement</a:t>
            </a:r>
            <a:r>
              <a:rPr sz="850" b="1" i="0" dirty="0">
                <a:solidFill>
                  <a:srgbClr val="1B2A4A"/>
                </a:solidFill>
                <a:latin typeface="Calibri"/>
              </a:rPr>
              <a:t> </a:t>
            </a:r>
            <a:r>
              <a:rPr sz="850" b="1" i="0" dirty="0" err="1">
                <a:solidFill>
                  <a:srgbClr val="1B2A4A"/>
                </a:solidFill>
                <a:latin typeface="Calibri"/>
              </a:rPr>
              <a:t>complets</a:t>
            </a:r>
            <a:endParaRPr sz="85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310128" y="1728216"/>
            <a:ext cx="2523744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 dirty="0">
                <a:solidFill>
                  <a:srgbClr val="FF0000"/>
                </a:solidFill>
                <a:latin typeface="Calibri"/>
              </a:rPr>
              <a:t>345 949 sur 389 421</a:t>
            </a:r>
            <a:r>
              <a:rPr lang="fr-SN" sz="700" b="0" i="0" dirty="0">
                <a:solidFill>
                  <a:srgbClr val="FF0000"/>
                </a:solidFill>
                <a:latin typeface="Calibri"/>
              </a:rPr>
              <a:t> </a:t>
            </a:r>
            <a:r>
              <a:rPr lang="fr-SN" sz="700" b="0" i="0" dirty="0">
                <a:solidFill>
                  <a:srgbClr val="666666"/>
                </a:solidFill>
                <a:latin typeface="Calibri"/>
              </a:rPr>
              <a:t>(</a:t>
            </a:r>
            <a:r>
              <a:rPr lang="fr-SN" sz="700" dirty="0">
                <a:solidFill>
                  <a:srgbClr val="FF0000"/>
                </a:solidFill>
                <a:latin typeface="Calibri"/>
              </a:rPr>
              <a:t>Mettre nbre de c</a:t>
            </a:r>
            <a:r>
              <a:rPr lang="fr-SN" sz="700" b="0" i="0" dirty="0">
                <a:solidFill>
                  <a:srgbClr val="FF0000"/>
                </a:solidFill>
                <a:latin typeface="Calibri"/>
              </a:rPr>
              <a:t>lients à fiabiliser)</a:t>
            </a:r>
            <a:endParaRPr sz="700" b="0" i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03504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35040" y="1115568"/>
            <a:ext cx="2743200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44768" y="1179576"/>
            <a:ext cx="2523744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11 / 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1554480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1B2A4A"/>
                </a:solidFill>
                <a:latin typeface="Calibri"/>
              </a:rPr>
              <a:t>Champs sous les 100 %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1728216"/>
            <a:ext cx="2523744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50 971 cellules vides au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1956816"/>
            <a:ext cx="4937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Taux de complétude par champ (%)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365760" y="2157984"/>
          <a:ext cx="4937760" cy="26700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486400" y="1956816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Détail des champs incomplets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640910"/>
              </p:ext>
            </p:extLst>
          </p:nvPr>
        </p:nvGraphicFramePr>
        <p:xfrm>
          <a:off x="5486400" y="2157984"/>
          <a:ext cx="3291838" cy="20299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01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4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58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</a:rPr>
                        <a:t>Champ </a:t>
                      </a:r>
                      <a:r>
                        <a:rPr sz="85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incomplet</a:t>
                      </a:r>
                      <a:endParaRPr sz="8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dirty="0" err="1">
                          <a:solidFill>
                            <a:srgbClr val="FF0000"/>
                          </a:solidFill>
                          <a:latin typeface="Calibri"/>
                        </a:rPr>
                        <a:t>Taux</a:t>
                      </a:r>
                      <a:endParaRPr sz="850" b="1" dirty="0">
                        <a:solidFill>
                          <a:srgbClr val="FF0000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Cellules vides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lang="fr-SN" sz="750" b="0" dirty="0">
                          <a:solidFill>
                            <a:srgbClr val="333333"/>
                          </a:solidFill>
                          <a:latin typeface="Calibri"/>
                        </a:rPr>
                        <a:t>Revenu</a:t>
                      </a:r>
                      <a:endParaRPr sz="750" b="0" dirty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90 %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35 894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Profession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98 %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6 024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Téléphone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98 %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7 214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Lieu de naissance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NIN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Code agent économique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309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Date de naissance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Adresse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Calibri"/>
                        </a:rPr>
                        <a:t>211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5486400" y="4315968"/>
            <a:ext cx="3291840" cy="548640"/>
          </a:xfrm>
          <a:prstGeom prst="rect">
            <a:avLst/>
          </a:prstGeom>
          <a:solidFill>
            <a:srgbClr val="F0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86400" y="4315968"/>
            <a:ext cx="45720" cy="548640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32704" y="4389120"/>
            <a:ext cx="3035808" cy="266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Champ le </a:t>
            </a:r>
            <a:r>
              <a:rPr sz="700" b="0" i="0" dirty="0">
                <a:solidFill>
                  <a:srgbClr val="FF0000"/>
                </a:solidFill>
                <a:latin typeface="Calibri"/>
              </a:rPr>
              <a:t>plus </a:t>
            </a:r>
            <a:r>
              <a:rPr sz="700" b="0" i="0" dirty="0" err="1">
                <a:solidFill>
                  <a:srgbClr val="FF0000"/>
                </a:solidFill>
                <a:latin typeface="Calibri"/>
              </a:rPr>
              <a:t>en</a:t>
            </a:r>
            <a:r>
              <a:rPr sz="700" b="0" i="0" dirty="0">
                <a:solidFill>
                  <a:srgbClr val="FF0000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FF0000"/>
                </a:solidFill>
                <a:latin typeface="Calibri"/>
              </a:rPr>
              <a:t>retrait</a:t>
            </a:r>
            <a:r>
              <a:rPr sz="700" b="0" i="0" dirty="0">
                <a:solidFill>
                  <a:srgbClr val="FF0000"/>
                </a:solidFill>
                <a:latin typeface="Calibri"/>
              </a:rPr>
              <a:t> 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: </a:t>
            </a:r>
            <a:r>
              <a:rPr lang="fr-SN" sz="700" b="0" i="0" dirty="0">
                <a:solidFill>
                  <a:srgbClr val="333333"/>
                </a:solidFill>
                <a:latin typeface="Calibri"/>
              </a:rPr>
              <a:t>Revenu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(90 %, 35 894 vides).</a:t>
            </a:r>
          </a:p>
          <a:p>
            <a:pPr algn="l">
              <a:spcAft>
                <a:spcPts val="35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88.8 % des dossiers ne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présentent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aucun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champ vide.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95D6081B-360D-CD69-9BE5-9D205F2F8081}"/>
                  </a:ext>
                </a:extLst>
              </p14:cNvPr>
              <p14:cNvContentPartPr/>
              <p14:nvPr/>
            </p14:nvContentPartPr>
            <p14:xfrm>
              <a:off x="799920" y="1921320"/>
              <a:ext cx="8165880" cy="2968920"/>
            </p14:xfrm>
          </p:contentPart>
        </mc:Choice>
        <mc:Fallback xmlns=""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95D6081B-360D-CD69-9BE5-9D205F2F808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0560" y="1911960"/>
                <a:ext cx="8184600" cy="2987640"/>
              </a:xfrm>
              <a:prstGeom prst="rect">
                <a:avLst/>
              </a:prstGeom>
            </p:spPr>
          </p:pic>
        </mc:Fallback>
      </mc:AlternateContent>
      <p:sp>
        <p:nvSpPr>
          <p:cNvPr id="34" name="ZoneTexte 33">
            <a:extLst>
              <a:ext uri="{FF2B5EF4-FFF2-40B4-BE49-F238E27FC236}">
                <a16:creationId xmlns:a16="http://schemas.microsoft.com/office/drawing/2014/main" id="{8423B2A1-FFE5-3F37-AD08-A9BE95CAB148}"/>
              </a:ext>
            </a:extLst>
          </p:cNvPr>
          <p:cNvSpPr txBox="1"/>
          <p:nvPr/>
        </p:nvSpPr>
        <p:spPr>
          <a:xfrm>
            <a:off x="621720" y="4459593"/>
            <a:ext cx="3941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1200" dirty="0">
                <a:solidFill>
                  <a:srgbClr val="FF0000"/>
                </a:solidFill>
              </a:rPr>
              <a:t>Démarrer à -10% par rapport au taux le plus faible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II.  COMPLÉTUDE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ENTREPRISES — 8 CHAMPS DU RÉFÉRENTIEL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7432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2523744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82 %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Taux de complétude global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0" y="1115568"/>
            <a:ext cx="2743200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10128" y="1179576"/>
            <a:ext cx="2523744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13.2 %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1554480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Dossiers intégralement complets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1728216"/>
            <a:ext cx="2523744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00" b="0" i="0" dirty="0">
                <a:solidFill>
                  <a:srgbClr val="666666"/>
                </a:solidFill>
                <a:latin typeface="Calibri"/>
              </a:rPr>
              <a:t>2 065 sur 15 677</a:t>
            </a:r>
            <a:r>
              <a:rPr lang="fr-SN" sz="7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fr-SN" sz="700" dirty="0">
                <a:solidFill>
                  <a:srgbClr val="FF0000"/>
                </a:solidFill>
              </a:rPr>
              <a:t> </a:t>
            </a:r>
            <a:r>
              <a:rPr lang="fr-SN" sz="700" dirty="0">
                <a:solidFill>
                  <a:srgbClr val="666666"/>
                </a:solidFill>
              </a:rPr>
              <a:t>(</a:t>
            </a:r>
            <a:r>
              <a:rPr lang="fr-SN" sz="700" dirty="0">
                <a:solidFill>
                  <a:srgbClr val="FF0000"/>
                </a:solidFill>
              </a:rPr>
              <a:t>Mettre nbre de clients à fiabiliser)</a:t>
            </a:r>
            <a:endParaRPr sz="700" b="0" i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03504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35040" y="1115568"/>
            <a:ext cx="2743200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44768" y="1179576"/>
            <a:ext cx="2523744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8 /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1554480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Champs sous les 100 %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1728216"/>
            <a:ext cx="2523744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22 310 cellules vides au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1956816"/>
            <a:ext cx="4937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Taux de complétude par champ (%)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365760" y="2157984"/>
          <a:ext cx="4937760" cy="26700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486400" y="1956816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Détail des champs incomplets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486400" y="2157984"/>
          <a:ext cx="3291838" cy="20299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117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4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58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Champ incomplet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Taux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Cellules vides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Résultat net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13 %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13 532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Capital social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75 %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3 817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Chiffre d'affaires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86 %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2 181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Numéro de registre de commerce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88 %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1 754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Téléphone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93 %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968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Secteur d'activité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Code agent économique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Origine du revenu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5486400" y="4315968"/>
            <a:ext cx="3291840" cy="548640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86400" y="4315968"/>
            <a:ext cx="45720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32704" y="4389120"/>
            <a:ext cx="3035808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Champ le plus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en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retrait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: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Résultat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net (13 %, 13 532 vides).</a:t>
            </a:r>
          </a:p>
          <a:p>
            <a:pPr algn="l">
              <a:spcAft>
                <a:spcPts val="35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13.2 % des dossiers ne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présentent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aucun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champ vide.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0B3ADDB4-C1B1-AA82-FC01-85583169EA0B}"/>
                  </a:ext>
                </a:extLst>
              </p14:cNvPr>
              <p14:cNvContentPartPr/>
              <p14:nvPr/>
            </p14:nvContentPartPr>
            <p14:xfrm>
              <a:off x="342720" y="1853640"/>
              <a:ext cx="8483760" cy="3033000"/>
            </p14:xfrm>
          </p:contentPart>
        </mc:Choice>
        <mc:Fallback xmlns=""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0B3ADDB4-C1B1-AA82-FC01-85583169EA0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3360" y="1844280"/>
                <a:ext cx="8502480" cy="305172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ZoneTexte 2">
            <a:extLst>
              <a:ext uri="{FF2B5EF4-FFF2-40B4-BE49-F238E27FC236}">
                <a16:creationId xmlns:a16="http://schemas.microsoft.com/office/drawing/2014/main" id="{91698FD2-CC3E-46CB-98B0-A784A8655E9B}"/>
              </a:ext>
            </a:extLst>
          </p:cNvPr>
          <p:cNvSpPr txBox="1"/>
          <p:nvPr/>
        </p:nvSpPr>
        <p:spPr>
          <a:xfrm>
            <a:off x="630382" y="4532744"/>
            <a:ext cx="3941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1200" dirty="0">
                <a:solidFill>
                  <a:srgbClr val="FF0000"/>
                </a:solidFill>
              </a:rPr>
              <a:t>Démarrer à -10% par rapport au taux le plus faible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FB47329F-BE3F-A338-A403-BA1111A877CA}"/>
              </a:ext>
            </a:extLst>
          </p:cNvPr>
          <p:cNvSpPr txBox="1"/>
          <p:nvPr/>
        </p:nvSpPr>
        <p:spPr>
          <a:xfrm>
            <a:off x="5202382" y="4180420"/>
            <a:ext cx="3941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1200" dirty="0">
                <a:solidFill>
                  <a:srgbClr val="FF0000"/>
                </a:solidFill>
              </a:rPr>
              <a:t>Champs ayant le taux de complétude le plus faible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II.  COMPLÉTUDE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FF0000"/>
                </a:solidFill>
                <a:latin typeface="Calibri"/>
              </a:rPr>
              <a:t>DISPERSION</a:t>
            </a:r>
            <a:r>
              <a:rPr lang="fr-SN" sz="1100" b="1" i="0" dirty="0">
                <a:solidFill>
                  <a:srgbClr val="FF0000"/>
                </a:solidFill>
                <a:latin typeface="Calibri"/>
              </a:rPr>
              <a:t> (REPARTITION)</a:t>
            </a:r>
            <a:r>
              <a:rPr sz="1100" b="1" i="0" dirty="0">
                <a:solidFill>
                  <a:srgbClr val="009A56"/>
                </a:solidFill>
                <a:latin typeface="Calibri"/>
              </a:rPr>
              <a:t> DU TAUX DE COMPLÉTUDE</a:t>
            </a:r>
            <a:r>
              <a:rPr lang="fr-SN" sz="1100" b="1" i="0" dirty="0">
                <a:solidFill>
                  <a:srgbClr val="009A56"/>
                </a:solidFill>
                <a:latin typeface="Calibri"/>
              </a:rPr>
              <a:t> </a:t>
            </a:r>
            <a:r>
              <a:rPr lang="fr-SN" sz="1100" b="1" i="0" dirty="0">
                <a:solidFill>
                  <a:srgbClr val="FF0000"/>
                </a:solidFill>
                <a:latin typeface="Calibri"/>
              </a:rPr>
              <a:t>(CHAMPS OU CLIENTS ?)</a:t>
            </a:r>
            <a:r>
              <a:rPr sz="1100" b="1" i="0" dirty="0">
                <a:solidFill>
                  <a:srgbClr val="009A56"/>
                </a:solidFill>
                <a:latin typeface="Calibri"/>
              </a:rPr>
              <a:t> PAR AGENCE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115568"/>
            <a:ext cx="41148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dirty="0" err="1">
                <a:solidFill>
                  <a:srgbClr val="1B2A4A"/>
                </a:solidFill>
                <a:latin typeface="Calibri"/>
              </a:rPr>
              <a:t>Particuliers</a:t>
            </a:r>
            <a:r>
              <a:rPr sz="900" b="1" i="0" dirty="0">
                <a:solidFill>
                  <a:srgbClr val="1B2A4A"/>
                </a:solidFill>
                <a:latin typeface="Calibri"/>
              </a:rPr>
              <a:t> — </a:t>
            </a:r>
            <a:r>
              <a:rPr lang="fr-FR" sz="900" b="1" dirty="0">
                <a:solidFill>
                  <a:srgbClr val="1B2A4A"/>
                </a:solidFill>
                <a:latin typeface="Calibri"/>
              </a:rPr>
              <a:t>Ag</a:t>
            </a:r>
            <a:r>
              <a:rPr sz="900" b="1" i="0" dirty="0" err="1">
                <a:solidFill>
                  <a:srgbClr val="1B2A4A"/>
                </a:solidFill>
                <a:latin typeface="Calibri"/>
              </a:rPr>
              <a:t>ences</a:t>
            </a:r>
            <a:r>
              <a:rPr sz="900" b="1" i="0" dirty="0">
                <a:solidFill>
                  <a:srgbClr val="1B2A4A"/>
                </a:solidFill>
                <a:latin typeface="Calibri"/>
              </a:rPr>
              <a:t> les plus </a:t>
            </a:r>
            <a:r>
              <a:rPr sz="900" b="1" i="0" dirty="0" err="1">
                <a:solidFill>
                  <a:srgbClr val="1B2A4A"/>
                </a:solidFill>
                <a:latin typeface="Calibri"/>
              </a:rPr>
              <a:t>en</a:t>
            </a:r>
            <a:r>
              <a:rPr sz="900" b="1" i="0" dirty="0">
                <a:solidFill>
                  <a:srgbClr val="1B2A4A"/>
                </a:solidFill>
                <a:latin typeface="Calibri"/>
              </a:rPr>
              <a:t> </a:t>
            </a:r>
            <a:r>
              <a:rPr sz="900" b="1" i="0" dirty="0" err="1">
                <a:solidFill>
                  <a:srgbClr val="1B2A4A"/>
                </a:solidFill>
                <a:latin typeface="Calibri"/>
              </a:rPr>
              <a:t>retrait</a:t>
            </a:r>
            <a:endParaRPr sz="900" b="1" i="0" dirty="0">
              <a:solidFill>
                <a:srgbClr val="1B2A4A"/>
              </a:solidFill>
              <a:latin typeface="Calibri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335024"/>
          <a:ext cx="4114800" cy="2377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93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Agence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Taux</a:t>
                      </a:r>
                      <a:endParaRPr sz="8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CAF ZONE INDUSTRIELLE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714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87 %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SIEGE BOA - SENEGAL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01013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DIASPORA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2 173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91 %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01024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CAF VDN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91 %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ELITE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2 059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96 %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01021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INDEPENDANCE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19 071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dirty="0">
                          <a:solidFill>
                            <a:srgbClr val="333333"/>
                          </a:solidFill>
                          <a:latin typeface="Calibri"/>
                        </a:rPr>
                        <a:t>97 %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01023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ZI PARTICULIER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6 956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97 %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01017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LAMINE GUEYE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847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97 %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KEUR MASSAR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12 621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dirty="0">
                          <a:solidFill>
                            <a:srgbClr val="333333"/>
                          </a:solidFill>
                          <a:latin typeface="Calibri"/>
                        </a:rPr>
                        <a:t>98 %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663440" y="1115568"/>
            <a:ext cx="41148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dirty="0">
                <a:solidFill>
                  <a:srgbClr val="1B2A4A"/>
                </a:solidFill>
                <a:latin typeface="Calibri"/>
              </a:rPr>
              <a:t>Entreprises — </a:t>
            </a:r>
            <a:r>
              <a:rPr lang="fr-FR" sz="900" b="1" dirty="0">
                <a:solidFill>
                  <a:srgbClr val="1B2A4A"/>
                </a:solidFill>
                <a:latin typeface="Calibri"/>
              </a:rPr>
              <a:t>A</a:t>
            </a:r>
            <a:r>
              <a:rPr sz="900" b="1" i="0" dirty="0" err="1">
                <a:solidFill>
                  <a:srgbClr val="1B2A4A"/>
                </a:solidFill>
                <a:latin typeface="Calibri"/>
              </a:rPr>
              <a:t>gences</a:t>
            </a:r>
            <a:r>
              <a:rPr sz="900" b="1" i="0" dirty="0">
                <a:solidFill>
                  <a:srgbClr val="1B2A4A"/>
                </a:solidFill>
                <a:latin typeface="Calibri"/>
              </a:rPr>
              <a:t> les plus </a:t>
            </a:r>
            <a:r>
              <a:rPr sz="900" b="1" i="0" dirty="0" err="1">
                <a:solidFill>
                  <a:srgbClr val="1B2A4A"/>
                </a:solidFill>
                <a:latin typeface="Calibri"/>
              </a:rPr>
              <a:t>en</a:t>
            </a:r>
            <a:r>
              <a:rPr sz="900" b="1" i="0" dirty="0">
                <a:solidFill>
                  <a:srgbClr val="1B2A4A"/>
                </a:solidFill>
                <a:latin typeface="Calibri"/>
              </a:rPr>
              <a:t> </a:t>
            </a:r>
            <a:r>
              <a:rPr sz="900" b="1" i="0" dirty="0" err="1">
                <a:solidFill>
                  <a:srgbClr val="1B2A4A"/>
                </a:solidFill>
                <a:latin typeface="Calibri"/>
              </a:rPr>
              <a:t>retrait</a:t>
            </a:r>
            <a:endParaRPr sz="900" b="1" i="0" dirty="0">
              <a:solidFill>
                <a:srgbClr val="1B2A4A"/>
              </a:solidFill>
              <a:latin typeface="Calibri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663440" y="1335024"/>
          <a:ext cx="4114800" cy="2377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93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Agence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Taux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SIEGE BOA - SENEGAL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62 %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ELITE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351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71 %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PARCELLES ASSAINIES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382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72 %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CENTRALE DAKAR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1 209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75 %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INDEPENDANCE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663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75 %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CAF ZONE INDUSTRIELLE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471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75 %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05001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TAMBACOUNDA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153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76 %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BOURGUIBA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373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77 %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01015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GRAND YOFF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315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77 %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AFC14234-1C34-A473-456E-74A56DC3406E}"/>
                  </a:ext>
                </a:extLst>
              </p14:cNvPr>
              <p14:cNvContentPartPr/>
              <p14:nvPr/>
            </p14:nvContentPartPr>
            <p14:xfrm>
              <a:off x="793080" y="1032120"/>
              <a:ext cx="8222760" cy="4200840"/>
            </p14:xfrm>
          </p:contentPart>
        </mc:Choice>
        <mc:Fallback xmlns=""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AFC14234-1C34-A473-456E-74A56DC3406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3720" y="1022760"/>
                <a:ext cx="8241480" cy="4219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II.  COMPLÉTUDE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COMPLÉTUDE APPARENTE ET INFORMATION RÉELLEMENT EXPLOITABLE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8412480" cy="512064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45720" cy="512064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064" y="1188720"/>
            <a:ext cx="81564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50"/>
              </a:spcAft>
            </a:pPr>
            <a:r>
              <a:rPr sz="800" b="0" i="0" dirty="0">
                <a:solidFill>
                  <a:srgbClr val="333333"/>
                </a:solidFill>
                <a:latin typeface="Calibri"/>
              </a:rPr>
              <a:t>•  Le </a:t>
            </a:r>
            <a:r>
              <a:rPr sz="800" b="0" i="0" dirty="0" err="1">
                <a:solidFill>
                  <a:srgbClr val="333333"/>
                </a:solidFill>
                <a:latin typeface="Calibri"/>
              </a:rPr>
              <a:t>taux</a:t>
            </a:r>
            <a:r>
              <a:rPr sz="800" b="0" i="0" dirty="0">
                <a:solidFill>
                  <a:srgbClr val="333333"/>
                </a:solidFill>
                <a:latin typeface="Calibri"/>
              </a:rPr>
              <a:t> de </a:t>
            </a:r>
            <a:r>
              <a:rPr sz="800" b="0" i="0" dirty="0" err="1">
                <a:solidFill>
                  <a:srgbClr val="333333"/>
                </a:solidFill>
                <a:latin typeface="Calibri"/>
              </a:rPr>
              <a:t>complétude</a:t>
            </a:r>
            <a:r>
              <a:rPr sz="8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333333"/>
                </a:solidFill>
                <a:latin typeface="Calibri"/>
              </a:rPr>
              <a:t>mesure</a:t>
            </a:r>
            <a:r>
              <a:rPr sz="800" b="0" i="0" dirty="0">
                <a:solidFill>
                  <a:srgbClr val="333333"/>
                </a:solidFill>
                <a:latin typeface="Calibri"/>
              </a:rPr>
              <a:t> la </a:t>
            </a:r>
            <a:r>
              <a:rPr sz="800" b="0" i="0" dirty="0" err="1">
                <a:solidFill>
                  <a:srgbClr val="333333"/>
                </a:solidFill>
                <a:latin typeface="Calibri"/>
              </a:rPr>
              <a:t>présence</a:t>
            </a:r>
            <a:r>
              <a:rPr sz="8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333333"/>
                </a:solidFill>
                <a:latin typeface="Calibri"/>
              </a:rPr>
              <a:t>d'une</a:t>
            </a:r>
            <a:r>
              <a:rPr sz="8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333333"/>
                </a:solidFill>
                <a:latin typeface="Calibri"/>
              </a:rPr>
              <a:t>valeur</a:t>
            </a:r>
            <a:r>
              <a:rPr sz="800" b="0" i="0" dirty="0">
                <a:solidFill>
                  <a:srgbClr val="333333"/>
                </a:solidFill>
                <a:latin typeface="Calibri"/>
              </a:rPr>
              <a:t>, pas </a:t>
            </a:r>
            <a:r>
              <a:rPr sz="800" b="0" i="0" dirty="0" err="1">
                <a:solidFill>
                  <a:srgbClr val="333333"/>
                </a:solidFill>
                <a:latin typeface="Calibri"/>
              </a:rPr>
              <a:t>sa</a:t>
            </a:r>
            <a:r>
              <a:rPr sz="8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333333"/>
                </a:solidFill>
                <a:latin typeface="Calibri"/>
              </a:rPr>
              <a:t>portée</a:t>
            </a:r>
            <a:r>
              <a:rPr sz="800" b="0" i="0" dirty="0">
                <a:solidFill>
                  <a:srgbClr val="333333"/>
                </a:solidFill>
                <a:latin typeface="Calibri"/>
              </a:rPr>
              <a:t> informative : les </a:t>
            </a:r>
            <a:r>
              <a:rPr sz="800" b="0" i="0" dirty="0" err="1">
                <a:solidFill>
                  <a:srgbClr val="333333"/>
                </a:solidFill>
                <a:latin typeface="Calibri"/>
              </a:rPr>
              <a:t>valeurs</a:t>
            </a:r>
            <a:r>
              <a:rPr sz="800" b="0" i="0" dirty="0">
                <a:solidFill>
                  <a:srgbClr val="333333"/>
                </a:solidFill>
                <a:latin typeface="Calibri"/>
              </a:rPr>
              <a:t> par </a:t>
            </a:r>
            <a:r>
              <a:rPr sz="800" b="0" i="0" dirty="0" err="1">
                <a:solidFill>
                  <a:srgbClr val="333333"/>
                </a:solidFill>
                <a:latin typeface="Calibri"/>
              </a:rPr>
              <a:t>défaut</a:t>
            </a:r>
            <a:r>
              <a:rPr sz="800" b="0" i="0" dirty="0">
                <a:solidFill>
                  <a:srgbClr val="333333"/>
                </a:solidFill>
                <a:latin typeface="Calibri"/>
              </a:rPr>
              <a:t> et les champs jamais </a:t>
            </a:r>
            <a:r>
              <a:rPr sz="800" b="0" i="0" dirty="0" err="1">
                <a:solidFill>
                  <a:srgbClr val="333333"/>
                </a:solidFill>
                <a:latin typeface="Calibri"/>
              </a:rPr>
              <a:t>alimentés</a:t>
            </a:r>
            <a:r>
              <a:rPr sz="8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333333"/>
                </a:solidFill>
                <a:latin typeface="Calibri"/>
              </a:rPr>
              <a:t>élèvent</a:t>
            </a:r>
            <a:r>
              <a:rPr sz="8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333333"/>
                </a:solidFill>
                <a:latin typeface="Calibri"/>
              </a:rPr>
              <a:t>mécaniquement</a:t>
            </a:r>
            <a:r>
              <a:rPr sz="800" b="0" i="0" dirty="0">
                <a:solidFill>
                  <a:srgbClr val="333333"/>
                </a:solidFill>
                <a:latin typeface="Calibri"/>
              </a:rPr>
              <a:t> les </a:t>
            </a:r>
            <a:r>
              <a:rPr sz="800" b="0" i="0" dirty="0" err="1">
                <a:solidFill>
                  <a:srgbClr val="333333"/>
                </a:solidFill>
                <a:latin typeface="Calibri"/>
              </a:rPr>
              <a:t>taux</a:t>
            </a:r>
            <a:r>
              <a:rPr sz="8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333333"/>
                </a:solidFill>
                <a:latin typeface="Calibri"/>
              </a:rPr>
              <a:t>affichés</a:t>
            </a:r>
            <a:r>
              <a:rPr sz="800" b="0" i="0" dirty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7556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VALEURS PAR DÉFAUT COMPTÉES COMME RENSEIGNÉES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011680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2139696"/>
          <a:ext cx="8412478" cy="7498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50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0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36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36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Champ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Typologie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Valeur dominante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Effectif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du portefeuille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Taux affiché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Origine du revenu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« Non communiquée »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325 726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83.6 %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Origine du revenu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« Non communiquée »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11 879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75.8 %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616B0115-92A5-F931-45C5-D38CC534132C}"/>
                  </a:ext>
                </a:extLst>
              </p14:cNvPr>
              <p14:cNvContentPartPr/>
              <p14:nvPr/>
            </p14:nvContentPartPr>
            <p14:xfrm>
              <a:off x="542880" y="1310760"/>
              <a:ext cx="6629760" cy="3983040"/>
            </p14:xfrm>
          </p:contentPart>
        </mc:Choice>
        <mc:Fallback xmlns=""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616B0115-92A5-F931-45C5-D38CC534132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3520" y="1301400"/>
                <a:ext cx="6648480" cy="4001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III.  QUALITÉ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009A56"/>
                </a:solidFill>
                <a:latin typeface="Calibri"/>
              </a:rPr>
              <a:t>DISPOSITIF DE CONTRÔLE ET TAUX DE CONFORMITÉ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70AD47"/>
                </a:solidFill>
                <a:latin typeface="Calibri"/>
              </a:rPr>
              <a:t>95.6 %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Taux de qualité particuliers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16 règles appliquées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85.4 %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Taux de qualité entreprises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12 règles appliquées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273 047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Anomalies particuliers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 dirty="0" err="1">
                <a:solidFill>
                  <a:srgbClr val="666666"/>
                </a:solidFill>
                <a:latin typeface="Calibri"/>
              </a:rPr>
              <a:t>toutes</a:t>
            </a:r>
            <a:r>
              <a:rPr sz="7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666666"/>
                </a:solidFill>
                <a:latin typeface="Calibri"/>
              </a:rPr>
              <a:t>règles</a:t>
            </a:r>
            <a:r>
              <a:rPr sz="7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666666"/>
                </a:solidFill>
                <a:latin typeface="Calibri"/>
              </a:rPr>
              <a:t>confondues</a:t>
            </a:r>
            <a:r>
              <a:rPr lang="fr-SN" sz="7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fr-SN" sz="700" b="0" i="0" dirty="0">
                <a:solidFill>
                  <a:srgbClr val="FF0000"/>
                </a:solidFill>
                <a:latin typeface="Calibri"/>
              </a:rPr>
              <a:t>(Nombre de clients concernés et ratio portefeuille)</a:t>
            </a:r>
            <a:endParaRPr sz="700" b="0" i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27 484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Anomalies entreprises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00" b="0" i="0" dirty="0" err="1">
                <a:solidFill>
                  <a:srgbClr val="666666"/>
                </a:solidFill>
                <a:latin typeface="Calibri"/>
              </a:rPr>
              <a:t>toutes</a:t>
            </a:r>
            <a:r>
              <a:rPr sz="7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666666"/>
                </a:solidFill>
                <a:latin typeface="Calibri"/>
              </a:rPr>
              <a:t>règles</a:t>
            </a:r>
            <a:r>
              <a:rPr sz="7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666666"/>
                </a:solidFill>
                <a:latin typeface="Calibri"/>
              </a:rPr>
              <a:t>confondues</a:t>
            </a:r>
            <a:r>
              <a:rPr lang="fr-SN" sz="7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fr-SN" sz="700" dirty="0">
                <a:solidFill>
                  <a:srgbClr val="FF0000"/>
                </a:solidFill>
              </a:rPr>
              <a:t>(Nombre de clients concernés et ratio portefeuille)</a:t>
            </a:r>
            <a:endParaRPr sz="700" b="0" i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65760" y="20116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RÈGLES PRODUISANT LE PLUS D'ANOMALIES, TOUTES TYPOLOGIES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26771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65760" y="2395728"/>
          <a:ext cx="8412479" cy="1737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332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7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77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85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Règle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</a:rPr>
                        <a:t> de </a:t>
                      </a:r>
                      <a:r>
                        <a:rPr sz="85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contrôle</a:t>
                      </a:r>
                      <a:endParaRPr sz="8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Typologie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du portefeuille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Conformité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Date de révision KYC expirée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172 454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44.3 %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55.7 %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91 529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23.5 %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76.5 %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CA positif mais résultat vide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10 877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69.4 %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30.6 %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Société avec capital mais sans actionnaire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9 146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58.3 %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41.7 %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RCS renseigné mais sans numéro fiscal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4 230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27.0 %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73.0 %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Non-résident sans boîte postale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2 963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3101EF48-D111-8EBA-9515-6A95859E345A}"/>
                  </a:ext>
                </a:extLst>
              </p14:cNvPr>
              <p14:cNvContentPartPr/>
              <p14:nvPr/>
            </p14:nvContentPartPr>
            <p14:xfrm>
              <a:off x="3071880" y="1985400"/>
              <a:ext cx="2254320" cy="218520"/>
            </p14:xfrm>
          </p:contentPart>
        </mc:Choice>
        <mc:Fallback xmlns=""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3101EF48-D111-8EBA-9515-6A95859E345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62520" y="1976040"/>
                <a:ext cx="2273040" cy="237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III.  QUALITÉ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009A56"/>
                </a:solidFill>
                <a:latin typeface="Calibri"/>
              </a:rPr>
              <a:t>PARTICULIERS — ANOMALIES DÉTECTÉES PAR RÈGLE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150082"/>
              </p:ext>
            </p:extLst>
          </p:nvPr>
        </p:nvGraphicFramePr>
        <p:xfrm>
          <a:off x="365760" y="1133856"/>
          <a:ext cx="5257800" cy="33025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13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9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Règle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</a:rPr>
                        <a:t> de </a:t>
                      </a:r>
                      <a:r>
                        <a:rPr sz="85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contrôle</a:t>
                      </a:r>
                      <a:endParaRPr sz="8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portef.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dont risque élevé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Conformité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Date de révision KYC expirée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172 454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 dirty="0">
                          <a:solidFill>
                            <a:srgbClr val="333333"/>
                          </a:solidFill>
                          <a:latin typeface="Calibri"/>
                        </a:rPr>
                        <a:t>44.3 %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138 (4.5 %)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55.7 %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91 529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23.5 %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130 (4.3 %)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76.5 %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Non-résident sans boîte postale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2 963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18 (0.6 %)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99.2 %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 (trop long)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1 763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0.5 %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(0.1 %)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99.5 %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NUMID trop court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1 763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0.5 %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 (0.2 %)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99.5 %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 (trop court)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1 490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0.4 %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15 (0.5 %)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99.6 %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Retraité avec revenu positif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623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28 (0.9 %)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99.8 %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Risque élevé sans révision KYC à jour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138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138 (4.5 %)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65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Détection</a:t>
                      </a:r>
                      <a:r>
                        <a:rPr sz="650" b="0" dirty="0">
                          <a:solidFill>
                            <a:srgbClr val="333333"/>
                          </a:solidFill>
                          <a:latin typeface="Calibri"/>
                        </a:rPr>
                        <a:t> des </a:t>
                      </a:r>
                      <a:r>
                        <a:rPr sz="65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employés</a:t>
                      </a:r>
                      <a:r>
                        <a:rPr sz="650" b="0" dirty="0">
                          <a:solidFill>
                            <a:srgbClr val="333333"/>
                          </a:solidFill>
                          <a:latin typeface="Calibri"/>
                        </a:rPr>
                        <a:t> de </a:t>
                      </a:r>
                      <a:r>
                        <a:rPr sz="65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banque</a:t>
                      </a:r>
                      <a:r>
                        <a:rPr sz="650" b="0" dirty="0">
                          <a:solidFill>
                            <a:srgbClr val="333333"/>
                          </a:solidFill>
                          <a:latin typeface="Calibri"/>
                        </a:rPr>
                        <a:t> sans </a:t>
                      </a:r>
                      <a:r>
                        <a:rPr lang="fr-SN" sz="650" b="0" dirty="0">
                          <a:solidFill>
                            <a:srgbClr val="333333"/>
                          </a:solidFill>
                          <a:latin typeface="Calibri"/>
                        </a:rPr>
                        <a:t>Revenu</a:t>
                      </a:r>
                      <a:endParaRPr sz="650" b="0" dirty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Salarié sans revenu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Salarié sans employeur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Âge client supérieur à 100 ans (aberrant)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 dirty="0">
                          <a:solidFill>
                            <a:srgbClr val="333333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65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Mineur</a:t>
                      </a:r>
                      <a:r>
                        <a:rPr lang="fr-SN" sz="650" b="0" dirty="0">
                          <a:solidFill>
                            <a:srgbClr val="333333"/>
                          </a:solidFill>
                          <a:latin typeface="Calibri"/>
                        </a:rPr>
                        <a:t> </a:t>
                      </a:r>
                      <a:r>
                        <a:rPr lang="fr-SN" sz="650" b="0" dirty="0">
                          <a:solidFill>
                            <a:srgbClr val="FF0000"/>
                          </a:solidFill>
                          <a:latin typeface="Calibri"/>
                        </a:rPr>
                        <a:t>(</a:t>
                      </a:r>
                      <a:r>
                        <a:rPr lang="fr-SN" sz="650" b="0" dirty="0" err="1">
                          <a:solidFill>
                            <a:srgbClr val="FF0000"/>
                          </a:solidFill>
                          <a:latin typeface="Calibri"/>
                        </a:rPr>
                        <a:t>éléve</a:t>
                      </a:r>
                      <a:r>
                        <a:rPr lang="fr-SN" sz="650" b="0" dirty="0">
                          <a:solidFill>
                            <a:srgbClr val="FF0000"/>
                          </a:solidFill>
                          <a:latin typeface="Calibri"/>
                        </a:rPr>
                        <a:t> et enfant)</a:t>
                      </a:r>
                      <a:r>
                        <a:rPr sz="650" b="0" dirty="0">
                          <a:solidFill>
                            <a:srgbClr val="333333"/>
                          </a:solidFill>
                          <a:latin typeface="Calibri"/>
                        </a:rPr>
                        <a:t> de plus de plus de 21 </a:t>
                      </a:r>
                      <a:r>
                        <a:rPr sz="65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ans</a:t>
                      </a:r>
                      <a:r>
                        <a:rPr lang="fr-SN" sz="650" b="0" dirty="0">
                          <a:solidFill>
                            <a:srgbClr val="333333"/>
                          </a:solidFill>
                          <a:latin typeface="Calibri"/>
                        </a:rPr>
                        <a:t> </a:t>
                      </a:r>
                      <a:r>
                        <a:rPr lang="fr-SN" sz="650" b="0" dirty="0">
                          <a:solidFill>
                            <a:srgbClr val="FF0000"/>
                          </a:solidFill>
                          <a:latin typeface="Calibri"/>
                        </a:rPr>
                        <a:t>et étudiant de plus de 35 ans</a:t>
                      </a:r>
                      <a:endParaRPr sz="650" b="0" dirty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 dirty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Revenus élevés sans origine déclarée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PPE déclaré sans risque élevé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PPE sans origine des revenus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 dirty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60720" y="1133856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Règles les plus impactantes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715000" y="1353312"/>
          <a:ext cx="306324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Rectangle 13"/>
          <p:cNvSpPr/>
          <p:nvPr/>
        </p:nvSpPr>
        <p:spPr>
          <a:xfrm>
            <a:off x="5715000" y="3154680"/>
            <a:ext cx="3063240" cy="1673352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0" y="3154680"/>
            <a:ext cx="45720" cy="1673352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61304" y="3227832"/>
            <a:ext cx="28072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D32F2F"/>
                </a:solidFill>
                <a:latin typeface="Calibri"/>
              </a:rPr>
              <a:t>Constats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1304" y="3465576"/>
            <a:ext cx="2807208" cy="1307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« Date de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révision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KYC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expirée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» : 172 454 clients, soit 44.3 % du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portefeuille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.</a:t>
            </a:r>
          </a:p>
          <a:p>
            <a:pPr algn="l">
              <a:spcAft>
                <a:spcPts val="35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« Document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d'identité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expiré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» : 91 529 clients, soit 23.5 % du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portefeuille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.</a:t>
            </a:r>
          </a:p>
          <a:p>
            <a:pPr algn="l">
              <a:spcAft>
                <a:spcPts val="35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« Non-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résident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sans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boîte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postale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» : 2 963 clients, soit 0.8 % du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portefeuille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B673AF63-4A98-C4F7-19BB-EABEDACB4070}"/>
                  </a:ext>
                </a:extLst>
              </p14:cNvPr>
              <p14:cNvContentPartPr/>
              <p14:nvPr/>
            </p14:nvContentPartPr>
            <p14:xfrm>
              <a:off x="250200" y="2721600"/>
              <a:ext cx="3000600" cy="2218320"/>
            </p14:xfrm>
          </p:contentPart>
        </mc:Choice>
        <mc:Fallback xmlns=""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B673AF63-4A98-C4F7-19BB-EABEDACB407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0840" y="2712240"/>
                <a:ext cx="3019320" cy="2237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III.  QUALITÉ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ENTREPRISES — ANOMALIES DÉTECTÉES PAR RÈGLE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677852"/>
              </p:ext>
            </p:extLst>
          </p:nvPr>
        </p:nvGraphicFramePr>
        <p:xfrm>
          <a:off x="365760" y="1133856"/>
          <a:ext cx="5257800" cy="28529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13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9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Règle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</a:rPr>
                        <a:t> de </a:t>
                      </a:r>
                      <a:r>
                        <a:rPr sz="85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contrôle</a:t>
                      </a:r>
                      <a:endParaRPr sz="8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portef.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dont risque élevé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Conformité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CA positif mais résultat vide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10 877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69.4 %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220 (55.4 %)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30.6 %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Société avec capital mais sans actionnaire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9 146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58.3 %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208 (52.4 %)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41.7 %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RCS renseigné mais sans numéro fiscal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4 230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27.0 %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102 (25.7 %)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73.0 %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Capital social nul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2 065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13.2 %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55 (13.9 %)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86.8 %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Format </a:t>
                      </a:r>
                      <a:r>
                        <a:rPr sz="7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téléphone</a:t>
                      </a:r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 </a:t>
                      </a:r>
                      <a:r>
                        <a:rPr sz="7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invalide</a:t>
                      </a:r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 </a:t>
                      </a:r>
                      <a:r>
                        <a:rPr sz="700" b="0" strike="sngStrike" dirty="0">
                          <a:solidFill>
                            <a:srgbClr val="FF0000"/>
                          </a:solidFill>
                          <a:latin typeface="Calibri"/>
                        </a:rPr>
                        <a:t>(trop long)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441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2.8 %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27 (6.8 %)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97.2 %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Numéro RCS trop court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357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2.3 %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42 (10.6 %)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97.7 %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Mandataire absent pour société active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279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1.8 %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 (3.0 %)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98.2 %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Sociétés sans adresse sociale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0.3 %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99.7 %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Risque élevé sans révision KYC à jour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43 (10.8 %)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99.7 %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court ou contenant des lettres (PM)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PPE </a:t>
                      </a:r>
                      <a:r>
                        <a:rPr sz="7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déclarée</a:t>
                      </a:r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 sans </a:t>
                      </a:r>
                      <a:r>
                        <a:rPr sz="7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risque</a:t>
                      </a:r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 </a:t>
                      </a:r>
                      <a:r>
                        <a:rPr sz="7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élevé</a:t>
                      </a:r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Résultat renseigné sans chiffre d'affaires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60720" y="1133856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Règles les plus impactantes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715000" y="1353312"/>
          <a:ext cx="306324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Rectangle 13"/>
          <p:cNvSpPr/>
          <p:nvPr/>
        </p:nvSpPr>
        <p:spPr>
          <a:xfrm>
            <a:off x="5715000" y="3154680"/>
            <a:ext cx="3063240" cy="1673352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0" y="3154680"/>
            <a:ext cx="45720" cy="1673352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61304" y="3227832"/>
            <a:ext cx="28072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D32F2F"/>
                </a:solidFill>
                <a:latin typeface="Calibri"/>
              </a:rPr>
              <a:t>Constats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1304" y="3465576"/>
            <a:ext cx="2807208" cy="7489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« CA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positif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mais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résultat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vide » : 10 877 clients, soit 69.4 % du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portefeuille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.</a:t>
            </a:r>
          </a:p>
          <a:p>
            <a:pPr algn="l">
              <a:spcAft>
                <a:spcPts val="35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« Société avec capital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mais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sans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actionnaire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» : 9 146 clients, soit 58.3 % du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portefeuille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.</a:t>
            </a:r>
          </a:p>
          <a:p>
            <a:pPr algn="l">
              <a:spcAft>
                <a:spcPts val="35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« RCS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renseigné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mais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sans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numéro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fiscal » : 4 230 clients, soit 27.0 % du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portefeuille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2E5CC02D-1588-C9D1-51C2-5ED04D8A900A}"/>
                  </a:ext>
                </a:extLst>
              </p14:cNvPr>
              <p14:cNvContentPartPr/>
              <p14:nvPr/>
            </p14:nvContentPartPr>
            <p14:xfrm>
              <a:off x="1064520" y="2068200"/>
              <a:ext cx="4322160" cy="3250440"/>
            </p14:xfrm>
          </p:contentPart>
        </mc:Choice>
        <mc:Fallback xmlns=""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2E5CC02D-1588-C9D1-51C2-5ED04D8A900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55160" y="2058840"/>
                <a:ext cx="4340880" cy="3269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IV.  PPE, COMPTES EN DEVISE ET NON-RÉSIDENTS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CARTOGRAPHIE DES SEGMENTS SENSIBLES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2 805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1B2A4A"/>
                </a:solidFill>
                <a:latin typeface="Calibri"/>
              </a:rPr>
              <a:t>Clients PPE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0.72 % du portefeuille particuliers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1 150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Comptes en devise étrangère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657 PP · 493 PM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3 055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1B2A4A"/>
                </a:solidFill>
                <a:latin typeface="Calibri"/>
              </a:rPr>
              <a:t>Clients non-</a:t>
            </a:r>
            <a:r>
              <a:rPr sz="850" b="1" i="0" dirty="0" err="1">
                <a:solidFill>
                  <a:srgbClr val="1B2A4A"/>
                </a:solidFill>
                <a:latin typeface="Calibri"/>
              </a:rPr>
              <a:t>résidents</a:t>
            </a:r>
            <a:endParaRPr sz="85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2 963 PP · 92 PM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6 957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Périmètre sensible consolidé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 dirty="0">
                <a:solidFill>
                  <a:srgbClr val="666666"/>
                </a:solidFill>
                <a:latin typeface="Calibri"/>
              </a:rPr>
              <a:t>union des segments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0116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POIDS DES SEGMENTS DANS CHAQUE PORTEFEUILLE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26771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65760" y="2395728"/>
          <a:ext cx="4114800" cy="1335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6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37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dont risque élevé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dont risque élevé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Clients PPE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2 805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0.72 %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2 805 (100.0 %)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champ absent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Comptes en devise étrangère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657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0.17 %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29 (4.4 %)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493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11 (2.2 %)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Clients non-résidents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2 963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0.76 %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18 (0.6 %)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 (3.3 %)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Périmètre sensible consolidé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6 384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1.64 %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2 837 (44.4 %)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573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14 (2.4 %)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4663440" y="237744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Devises étrangères rencontrées</a:t>
            </a:r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4663440" y="2596896"/>
          <a:ext cx="411480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6" name="Rectangle 35"/>
          <p:cNvSpPr/>
          <p:nvPr/>
        </p:nvSpPr>
        <p:spPr>
          <a:xfrm>
            <a:off x="365760" y="3895344"/>
            <a:ext cx="8412480" cy="93268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65760" y="3895344"/>
            <a:ext cx="45720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5488" y="3913632"/>
            <a:ext cx="81564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dirty="0" err="1">
                <a:solidFill>
                  <a:srgbClr val="1B2A4A"/>
                </a:solidFill>
                <a:latin typeface="Calibri"/>
              </a:rPr>
              <a:t>Croisements</a:t>
            </a:r>
            <a:r>
              <a:rPr sz="900" b="1" i="0" dirty="0">
                <a:solidFill>
                  <a:srgbClr val="1B2A4A"/>
                </a:solidFill>
                <a:latin typeface="Calibri"/>
              </a:rPr>
              <a:t> entre segments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" y="4091166"/>
            <a:ext cx="8156448" cy="7437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Non-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résident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et devise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étrangère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: 26 PP · 12 PM.</a:t>
            </a:r>
          </a:p>
          <a:p>
            <a:pPr algn="l">
              <a:spcAft>
                <a:spcPts val="35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Risque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élevé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et non-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résident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: 18 PP · 3 PM.</a:t>
            </a:r>
          </a:p>
          <a:p>
            <a:pPr algn="l">
              <a:spcAft>
                <a:spcPts val="35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Risque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élevé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et devise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étrangère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: 29 PP · 11 PM.</a:t>
            </a:r>
          </a:p>
          <a:p>
            <a:pPr algn="l">
              <a:spcAft>
                <a:spcPts val="35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PPE et non-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résident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: 14 PP</a:t>
            </a:r>
          </a:p>
          <a:p>
            <a:pPr algn="l">
              <a:spcAft>
                <a:spcPts val="35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PPE </a:t>
            </a:r>
            <a:r>
              <a:rPr lang="fr-FR" sz="700" b="0" i="0" dirty="0" err="1">
                <a:solidFill>
                  <a:srgbClr val="333333"/>
                </a:solidFill>
                <a:latin typeface="Calibri"/>
              </a:rPr>
              <a:t>étenant</a:t>
            </a:r>
            <a:r>
              <a:rPr lang="fr-FR" sz="700" b="0" i="0" dirty="0">
                <a:solidFill>
                  <a:srgbClr val="333333"/>
                </a:solidFill>
                <a:latin typeface="Calibri"/>
              </a:rPr>
              <a:t> compte en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devise: 1 PP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AB83252F-7578-5D86-46AE-94038F8B1D91}"/>
                  </a:ext>
                </a:extLst>
              </p14:cNvPr>
              <p14:cNvContentPartPr/>
              <p14:nvPr/>
            </p14:nvContentPartPr>
            <p14:xfrm>
              <a:off x="2286000" y="589320"/>
              <a:ext cx="6426000" cy="4143600"/>
            </p14:xfrm>
          </p:contentPart>
        </mc:Choice>
        <mc:Fallback xmlns=""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AB83252F-7578-5D86-46AE-94038F8B1D9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76640" y="579960"/>
                <a:ext cx="6444720" cy="4162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IV.  PPE, COMPTES EN DEVISE ET NON-RÉSIDENTS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COMPLÉTUDE COMPARÉE DES SEGMENTS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166035"/>
              </p:ext>
            </p:extLst>
          </p:nvPr>
        </p:nvGraphicFramePr>
        <p:xfrm>
          <a:off x="365760" y="1133856"/>
          <a:ext cx="8412478" cy="1524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4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4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4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Eff.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Complétude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Écart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lang="fr-SN" sz="850" b="1" dirty="0">
                          <a:solidFill>
                            <a:srgbClr val="FFFFFF"/>
                          </a:solidFill>
                          <a:latin typeface="Calibri"/>
                        </a:rPr>
                        <a:t>PP </a:t>
                      </a:r>
                      <a:r>
                        <a:rPr lang="fr-SN" sz="850" b="1" dirty="0">
                          <a:solidFill>
                            <a:srgbClr val="FF0000"/>
                          </a:solidFill>
                          <a:latin typeface="Calibri"/>
                        </a:rPr>
                        <a:t>par rapport au </a:t>
                      </a:r>
                      <a:r>
                        <a:rPr lang="fr-SN" sz="850" b="1" dirty="0" err="1">
                          <a:solidFill>
                            <a:srgbClr val="FF0000"/>
                          </a:solidFill>
                          <a:latin typeface="Calibri"/>
                        </a:rPr>
                        <a:t>portefeuielle</a:t>
                      </a:r>
                      <a:r>
                        <a:rPr lang="fr-SN" sz="850" b="1" dirty="0">
                          <a:solidFill>
                            <a:srgbClr val="FF0000"/>
                          </a:solidFill>
                          <a:latin typeface="Calibri"/>
                        </a:rPr>
                        <a:t> global</a:t>
                      </a:r>
                      <a:endParaRPr sz="8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Eff.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Complétude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Écart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</a:rPr>
                        <a:t> PM</a:t>
                      </a:r>
                      <a:r>
                        <a:rPr lang="fr-SN" sz="85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lang="fr-SN" sz="850" b="1" dirty="0">
                          <a:solidFill>
                            <a:srgbClr val="FF0000"/>
                          </a:solidFill>
                          <a:latin typeface="+mn-lt"/>
                        </a:rPr>
                        <a:t>par rapport au </a:t>
                      </a:r>
                      <a:r>
                        <a:rPr lang="fr-SN" sz="850" b="1" dirty="0" err="1">
                          <a:solidFill>
                            <a:srgbClr val="FF0000"/>
                          </a:solidFill>
                          <a:latin typeface="+mn-lt"/>
                        </a:rPr>
                        <a:t>portefeuielle</a:t>
                      </a:r>
                      <a:r>
                        <a:rPr lang="fr-SN" sz="850" b="1" dirty="0">
                          <a:solidFill>
                            <a:srgbClr val="FF0000"/>
                          </a:solidFill>
                          <a:latin typeface="+mn-lt"/>
                        </a:rPr>
                        <a:t> global</a:t>
                      </a:r>
                      <a:endParaRPr sz="8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Portefeuille global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389 421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50" b="0" dirty="0">
                          <a:solidFill>
                            <a:srgbClr val="333333"/>
                          </a:solidFill>
                          <a:latin typeface="Calibri"/>
                        </a:rPr>
                        <a:t>-</a:t>
                      </a:r>
                      <a:endParaRPr sz="750" b="0" dirty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15 677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50" b="0" dirty="0">
                          <a:solidFill>
                            <a:srgbClr val="333333"/>
                          </a:solidFill>
                          <a:latin typeface="Calibri"/>
                        </a:rPr>
                        <a:t>-</a:t>
                      </a:r>
                      <a:endParaRPr sz="750" b="0" dirty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Clients PPE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2 805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Calibri"/>
                        </a:rPr>
                        <a:t>+1 </a:t>
                      </a:r>
                      <a:r>
                        <a:rPr lang="fr-SN" sz="750" b="0" dirty="0">
                          <a:solidFill>
                            <a:srgbClr val="FF0000"/>
                          </a:solidFill>
                          <a:latin typeface="Calibri"/>
                        </a:rPr>
                        <a:t>%</a:t>
                      </a:r>
                      <a:endParaRPr sz="750" b="0" dirty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Comptes en devise étrangère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657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dirty="0">
                          <a:solidFill>
                            <a:srgbClr val="333333"/>
                          </a:solidFill>
                          <a:latin typeface="Calibri"/>
                        </a:rPr>
                        <a:t>-7 </a:t>
                      </a:r>
                      <a:r>
                        <a:rPr lang="fr-SN" sz="750" b="1" dirty="0">
                          <a:solidFill>
                            <a:srgbClr val="FF0000"/>
                          </a:solidFill>
                          <a:latin typeface="Calibri"/>
                        </a:rPr>
                        <a:t>%</a:t>
                      </a:r>
                      <a:endParaRPr sz="750" b="1" dirty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493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78 %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dirty="0">
                          <a:solidFill>
                            <a:srgbClr val="333333"/>
                          </a:solidFill>
                          <a:latin typeface="Calibri"/>
                        </a:rPr>
                        <a:t>-4 </a:t>
                      </a:r>
                      <a:r>
                        <a:rPr lang="fr-SN" sz="750" b="1" dirty="0">
                          <a:solidFill>
                            <a:srgbClr val="FF0000"/>
                          </a:solidFill>
                          <a:latin typeface="Calibri"/>
                        </a:rPr>
                        <a:t>%</a:t>
                      </a:r>
                      <a:endParaRPr sz="750" b="1" dirty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Clients non-résidents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2 963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93 %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dirty="0">
                          <a:solidFill>
                            <a:srgbClr val="333333"/>
                          </a:solidFill>
                          <a:latin typeface="Calibri"/>
                        </a:rPr>
                        <a:t>-5 </a:t>
                      </a:r>
                      <a:r>
                        <a:rPr lang="fr-SN" sz="750" b="1" dirty="0">
                          <a:solidFill>
                            <a:srgbClr val="FF0000"/>
                          </a:solidFill>
                          <a:latin typeface="Calibri"/>
                        </a:rPr>
                        <a:t>%</a:t>
                      </a:r>
                      <a:endParaRPr sz="750" b="1" dirty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81 %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dirty="0">
                          <a:solidFill>
                            <a:srgbClr val="333333"/>
                          </a:solidFill>
                          <a:latin typeface="Calibri"/>
                        </a:rPr>
                        <a:t>-1 </a:t>
                      </a:r>
                      <a:r>
                        <a:rPr lang="fr-SN" sz="750" b="1" dirty="0">
                          <a:solidFill>
                            <a:srgbClr val="FF0000"/>
                          </a:solidFill>
                          <a:latin typeface="Calibri"/>
                        </a:rPr>
                        <a:t>%</a:t>
                      </a:r>
                      <a:endParaRPr sz="750" b="1" dirty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2615184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Particuliers — champs les plus faibles, par segment (%)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365760" y="2816352"/>
          <a:ext cx="4114800" cy="19568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663440" y="2615184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Entreprises — champs les plus faibles, par segment (%)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663440" y="2816352"/>
          <a:ext cx="4114800" cy="19568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052FF72E-4F46-1238-2AF9-F5CE5ACC13B8}"/>
                  </a:ext>
                </a:extLst>
              </p14:cNvPr>
              <p14:cNvContentPartPr/>
              <p14:nvPr/>
            </p14:nvContentPartPr>
            <p14:xfrm>
              <a:off x="2571840" y="1642680"/>
              <a:ext cx="2972160" cy="343440"/>
            </p14:xfrm>
          </p:contentPart>
        </mc:Choice>
        <mc:Fallback xmlns=""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052FF72E-4F46-1238-2AF9-F5CE5ACC13B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62480" y="1633320"/>
                <a:ext cx="2990880" cy="362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IV.  PPE, COMPTES EN DEVISE ET NON-RÉSIDENTS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QUALITÉ ET ANOMALIES DES SEGMENTS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473464"/>
              </p:ext>
            </p:extLst>
          </p:nvPr>
        </p:nvGraphicFramePr>
        <p:xfrm>
          <a:off x="365760" y="1133856"/>
          <a:ext cx="8412478" cy="1524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4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4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4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5453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Eff.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Qualité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Écart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</a:rPr>
                        <a:t> PP</a:t>
                      </a:r>
                      <a:r>
                        <a:rPr lang="fr-SN" sz="85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lang="fr-SN" sz="850" b="1" dirty="0">
                          <a:solidFill>
                            <a:srgbClr val="FF0000"/>
                          </a:solidFill>
                          <a:latin typeface="+mn-lt"/>
                        </a:rPr>
                        <a:t>par rapport au </a:t>
                      </a:r>
                      <a:r>
                        <a:rPr lang="fr-SN" sz="850" b="1" dirty="0" err="1">
                          <a:solidFill>
                            <a:srgbClr val="FF0000"/>
                          </a:solidFill>
                          <a:latin typeface="+mn-lt"/>
                        </a:rPr>
                        <a:t>portefeuielle</a:t>
                      </a:r>
                      <a:r>
                        <a:rPr lang="fr-SN" sz="850" b="1" dirty="0">
                          <a:solidFill>
                            <a:srgbClr val="FF0000"/>
                          </a:solidFill>
                          <a:latin typeface="+mn-lt"/>
                        </a:rPr>
                        <a:t> global</a:t>
                      </a:r>
                      <a:endParaRPr sz="8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Eff.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Qualité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Écart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</a:rPr>
                        <a:t> PM</a:t>
                      </a:r>
                      <a:r>
                        <a:rPr lang="fr-SN" sz="85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lang="fr-SN" sz="850" b="1" dirty="0">
                          <a:solidFill>
                            <a:srgbClr val="FF0000"/>
                          </a:solidFill>
                          <a:latin typeface="+mn-lt"/>
                        </a:rPr>
                        <a:t>par rapport au </a:t>
                      </a:r>
                      <a:r>
                        <a:rPr lang="fr-SN" sz="850" b="1" dirty="0" err="1">
                          <a:solidFill>
                            <a:srgbClr val="FF0000"/>
                          </a:solidFill>
                          <a:latin typeface="+mn-lt"/>
                        </a:rPr>
                        <a:t>portefeuielle</a:t>
                      </a:r>
                      <a:r>
                        <a:rPr lang="fr-SN" sz="850" b="1" dirty="0">
                          <a:solidFill>
                            <a:srgbClr val="FF0000"/>
                          </a:solidFill>
                          <a:latin typeface="+mn-lt"/>
                        </a:rPr>
                        <a:t> global</a:t>
                      </a:r>
                      <a:endParaRPr sz="8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Portefeuille global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Calibri"/>
                        </a:rPr>
                        <a:t>389 421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Calibri"/>
                        </a:rPr>
                        <a:t>95.6 %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sz="750" b="0" kern="1200" dirty="0" err="1">
                          <a:solidFill>
                            <a:srgbClr val="333333"/>
                          </a:solidFill>
                          <a:latin typeface="Calibri"/>
                          <a:ea typeface="+mn-ea"/>
                          <a:cs typeface="+mn-cs"/>
                        </a:rPr>
                        <a:t>référence</a:t>
                      </a:r>
                      <a:endParaRPr sz="750" b="0" kern="1200" dirty="0">
                        <a:solidFill>
                          <a:srgbClr val="333333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45720" marR="45720" marT="9144" marB="9144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15 677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Calibri"/>
                        </a:rPr>
                        <a:t>85.4 %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référence</a:t>
                      </a:r>
                      <a:endParaRPr sz="750" b="0" dirty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Clients PPE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Calibri"/>
                        </a:rPr>
                        <a:t>2 805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Calibri"/>
                        </a:rPr>
                        <a:t>99.5 %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sz="750" b="0" kern="1200" dirty="0">
                          <a:solidFill>
                            <a:srgbClr val="333333"/>
                          </a:solidFill>
                          <a:latin typeface="Calibri"/>
                          <a:ea typeface="+mn-ea"/>
                          <a:cs typeface="+mn-cs"/>
                        </a:rPr>
                        <a:t>+3.9 </a:t>
                      </a:r>
                      <a:r>
                        <a:rPr lang="fr-SN" sz="750" b="0" kern="1200" dirty="0">
                          <a:solidFill>
                            <a:srgbClr val="FF0000"/>
                          </a:solidFill>
                          <a:latin typeface="Calibri"/>
                          <a:ea typeface="+mn-ea"/>
                          <a:cs typeface="+mn-cs"/>
                        </a:rPr>
                        <a:t>%</a:t>
                      </a:r>
                      <a:endParaRPr sz="750" b="0" kern="1200" dirty="0">
                        <a:solidFill>
                          <a:srgbClr val="333333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45720" marR="45720" marT="9144" marB="9144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Comptes en devise étrangère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Calibri"/>
                        </a:rPr>
                        <a:t>657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Calibri"/>
                        </a:rPr>
                        <a:t>93.5 %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sz="750" b="0" kern="1200" dirty="0">
                          <a:solidFill>
                            <a:srgbClr val="333333"/>
                          </a:solidFill>
                          <a:latin typeface="Calibri"/>
                          <a:ea typeface="+mn-ea"/>
                          <a:cs typeface="+mn-cs"/>
                        </a:rPr>
                        <a:t>-2.1 pt</a:t>
                      </a:r>
                    </a:p>
                  </a:txBody>
                  <a:tcPr marL="45720" marR="45720" marT="9144" marB="9144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Calibri"/>
                        </a:rPr>
                        <a:t>493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Calibri"/>
                        </a:rPr>
                        <a:t>86.3 %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Calibri"/>
                        </a:rPr>
                        <a:t>+0.9 pt</a:t>
                      </a:r>
                    </a:p>
                  </a:txBody>
                  <a:tcPr marL="45720" marR="45720" marT="9144" marB="9144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Clients non-résidents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Calibri"/>
                        </a:rPr>
                        <a:t>2 963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Calibri"/>
                        </a:rPr>
                        <a:t>85.6 %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sz="750" b="0" kern="1200" dirty="0">
                          <a:solidFill>
                            <a:srgbClr val="333333"/>
                          </a:solidFill>
                          <a:latin typeface="Calibri"/>
                          <a:ea typeface="+mn-ea"/>
                          <a:cs typeface="+mn-cs"/>
                        </a:rPr>
                        <a:t>-10.0 pt</a:t>
                      </a:r>
                    </a:p>
                  </a:txBody>
                  <a:tcPr marL="45720" marR="45720" marT="9144" marB="9144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Calibri"/>
                        </a:rPr>
                        <a:t>80.1 %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dirty="0">
                          <a:solidFill>
                            <a:srgbClr val="333333"/>
                          </a:solidFill>
                          <a:latin typeface="Calibri"/>
                        </a:rPr>
                        <a:t>-5.3 pt</a:t>
                      </a:r>
                    </a:p>
                  </a:txBody>
                  <a:tcPr marL="45720" marR="45720" marT="9144" marB="9144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2615184"/>
            <a:ext cx="2697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1B2A4A"/>
                </a:solidFill>
                <a:latin typeface="Calibri"/>
              </a:rPr>
              <a:t>Non-</a:t>
            </a:r>
            <a:r>
              <a:rPr sz="850" b="1" i="0" dirty="0" err="1">
                <a:solidFill>
                  <a:srgbClr val="1B2A4A"/>
                </a:solidFill>
                <a:latin typeface="Calibri"/>
              </a:rPr>
              <a:t>résidents</a:t>
            </a:r>
            <a:r>
              <a:rPr sz="850" b="1" i="0" dirty="0">
                <a:solidFill>
                  <a:srgbClr val="1B2A4A"/>
                </a:solidFill>
                <a:latin typeface="Calibri"/>
              </a:rPr>
              <a:t> PP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2816352"/>
          <a:ext cx="2697478" cy="12938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4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Non-résident sans boîte postale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2 963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2 064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69.7 %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Date de révision KYC expirée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1 722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58.1 %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 (trop co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 (trop lo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200400" y="2615184"/>
            <a:ext cx="2697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Devise étrangère PP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0" y="2816352"/>
          <a:ext cx="2697478" cy="12938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4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454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69.1 %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650" b="0" dirty="0">
                          <a:solidFill>
                            <a:srgbClr val="333333"/>
                          </a:solidFill>
                          <a:latin typeface="Calibri"/>
                        </a:rPr>
                        <a:t>Date de </a:t>
                      </a:r>
                      <a:r>
                        <a:rPr sz="65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révision</a:t>
                      </a:r>
                      <a:r>
                        <a:rPr sz="650" b="0" dirty="0">
                          <a:solidFill>
                            <a:srgbClr val="333333"/>
                          </a:solidFill>
                          <a:latin typeface="Calibri"/>
                        </a:rPr>
                        <a:t> KYC </a:t>
                      </a:r>
                      <a:r>
                        <a:rPr sz="65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expirée</a:t>
                      </a:r>
                      <a:endParaRPr sz="650" b="0" dirty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159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24.2 %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Non-résident sans boîte postale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 (trop co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2.3 %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Risque élevé sans révision KYC à j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 dirty="0">
                          <a:solidFill>
                            <a:srgbClr val="333333"/>
                          </a:solidFill>
                          <a:latin typeface="Calibri"/>
                        </a:rPr>
                        <a:t>2.1 %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035040" y="2615184"/>
            <a:ext cx="2697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Devise étrangère PM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035040" y="2816352"/>
          <a:ext cx="2697478" cy="12938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4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CA positif mais résultat vide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367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74.4 %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Société avec capital mais sans act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224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45.4 %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RCS renseigné mais sans numéro fis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148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 (trop lo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Capital social nul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 dirty="0">
                          <a:solidFill>
                            <a:srgbClr val="333333"/>
                          </a:solidFill>
                          <a:latin typeface="Calibri"/>
                        </a:rPr>
                        <a:t>3.2 %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365760" y="4096512"/>
            <a:ext cx="8412480" cy="731520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4096512"/>
            <a:ext cx="45720" cy="7315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2064" y="4169664"/>
            <a:ext cx="81564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Constats sur le périmètre sensible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" y="4370832"/>
            <a:ext cx="8156448" cy="4488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50"/>
              </a:spcAft>
            </a:pPr>
            <a:r>
              <a:rPr sz="750" b="0" i="0" dirty="0">
                <a:solidFill>
                  <a:srgbClr val="333333"/>
                </a:solidFill>
                <a:latin typeface="Calibri"/>
              </a:rPr>
              <a:t>•  Non-</a:t>
            </a:r>
            <a:r>
              <a:rPr sz="750" b="0" i="0" dirty="0" err="1">
                <a:solidFill>
                  <a:srgbClr val="333333"/>
                </a:solidFill>
                <a:latin typeface="Calibri"/>
              </a:rPr>
              <a:t>résidents</a:t>
            </a:r>
            <a:r>
              <a:rPr sz="75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750" b="0" i="0" dirty="0" err="1">
                <a:solidFill>
                  <a:srgbClr val="333333"/>
                </a:solidFill>
                <a:latin typeface="Calibri"/>
              </a:rPr>
              <a:t>particuliers</a:t>
            </a:r>
            <a:r>
              <a:rPr sz="750" b="0" i="0" dirty="0">
                <a:solidFill>
                  <a:srgbClr val="333333"/>
                </a:solidFill>
                <a:latin typeface="Calibri"/>
              </a:rPr>
              <a:t> : </a:t>
            </a:r>
            <a:r>
              <a:rPr sz="750" b="0" i="0" dirty="0" err="1">
                <a:solidFill>
                  <a:srgbClr val="333333"/>
                </a:solidFill>
                <a:latin typeface="Calibri"/>
              </a:rPr>
              <a:t>qualité</a:t>
            </a:r>
            <a:r>
              <a:rPr sz="750" b="0" i="0" dirty="0">
                <a:solidFill>
                  <a:srgbClr val="333333"/>
                </a:solidFill>
                <a:latin typeface="Calibri"/>
              </a:rPr>
              <a:t> 85.6 % </a:t>
            </a:r>
            <a:r>
              <a:rPr sz="750" b="0" i="0" dirty="0" err="1">
                <a:solidFill>
                  <a:srgbClr val="333333"/>
                </a:solidFill>
                <a:latin typeface="Calibri"/>
              </a:rPr>
              <a:t>contre</a:t>
            </a:r>
            <a:r>
              <a:rPr sz="750" b="0" i="0" dirty="0">
                <a:solidFill>
                  <a:srgbClr val="333333"/>
                </a:solidFill>
                <a:latin typeface="Calibri"/>
              </a:rPr>
              <a:t> 95.6 % </a:t>
            </a:r>
            <a:r>
              <a:rPr sz="750" b="0" i="0" dirty="0" err="1">
                <a:solidFill>
                  <a:srgbClr val="333333"/>
                </a:solidFill>
                <a:latin typeface="Calibri"/>
              </a:rPr>
              <a:t>en</a:t>
            </a:r>
            <a:r>
              <a:rPr sz="750" b="0" i="0" dirty="0">
                <a:solidFill>
                  <a:srgbClr val="333333"/>
                </a:solidFill>
                <a:latin typeface="Calibri"/>
              </a:rPr>
              <a:t> global.</a:t>
            </a:r>
          </a:p>
          <a:p>
            <a:pPr algn="l">
              <a:spcAft>
                <a:spcPts val="350"/>
              </a:spcAft>
            </a:pPr>
            <a:r>
              <a:rPr sz="750" b="0" i="0" dirty="0">
                <a:solidFill>
                  <a:srgbClr val="333333"/>
                </a:solidFill>
                <a:latin typeface="Calibri"/>
              </a:rPr>
              <a:t>•  Entreprises </a:t>
            </a:r>
            <a:r>
              <a:rPr sz="750" b="0" i="0" dirty="0" err="1">
                <a:solidFill>
                  <a:srgbClr val="333333"/>
                </a:solidFill>
                <a:latin typeface="Calibri"/>
              </a:rPr>
              <a:t>en</a:t>
            </a:r>
            <a:r>
              <a:rPr sz="750" b="0" i="0" dirty="0">
                <a:solidFill>
                  <a:srgbClr val="333333"/>
                </a:solidFill>
                <a:latin typeface="Calibri"/>
              </a:rPr>
              <a:t> devise </a:t>
            </a:r>
            <a:r>
              <a:rPr sz="750" b="0" i="0" dirty="0" err="1">
                <a:solidFill>
                  <a:srgbClr val="333333"/>
                </a:solidFill>
                <a:latin typeface="Calibri"/>
              </a:rPr>
              <a:t>étrangère</a:t>
            </a:r>
            <a:r>
              <a:rPr sz="750" b="0" i="0" dirty="0">
                <a:solidFill>
                  <a:srgbClr val="333333"/>
                </a:solidFill>
                <a:latin typeface="Calibri"/>
              </a:rPr>
              <a:t> : </a:t>
            </a:r>
            <a:r>
              <a:rPr sz="750" b="0" i="0" dirty="0" err="1">
                <a:solidFill>
                  <a:srgbClr val="333333"/>
                </a:solidFill>
                <a:latin typeface="Calibri"/>
              </a:rPr>
              <a:t>complétude</a:t>
            </a:r>
            <a:r>
              <a:rPr sz="750" b="0" i="0" dirty="0">
                <a:solidFill>
                  <a:srgbClr val="333333"/>
                </a:solidFill>
                <a:latin typeface="Calibri"/>
              </a:rPr>
              <a:t> 78 % et </a:t>
            </a:r>
            <a:r>
              <a:rPr sz="750" b="0" i="0" dirty="0" err="1">
                <a:solidFill>
                  <a:srgbClr val="333333"/>
                </a:solidFill>
                <a:latin typeface="Calibri"/>
              </a:rPr>
              <a:t>qualité</a:t>
            </a:r>
            <a:r>
              <a:rPr sz="750" b="0" i="0" dirty="0">
                <a:solidFill>
                  <a:srgbClr val="333333"/>
                </a:solidFill>
                <a:latin typeface="Calibri"/>
              </a:rPr>
              <a:t> 86.3 %.</a:t>
            </a:r>
          </a:p>
          <a:p>
            <a:pPr algn="l">
              <a:spcAft>
                <a:spcPts val="350"/>
              </a:spcAft>
            </a:pPr>
            <a:r>
              <a:rPr sz="750" b="0" i="0" dirty="0">
                <a:solidFill>
                  <a:srgbClr val="333333"/>
                </a:solidFill>
                <a:latin typeface="Calibri"/>
              </a:rPr>
              <a:t>•  PPE </a:t>
            </a:r>
            <a:r>
              <a:rPr sz="750" b="0" i="0" dirty="0" err="1">
                <a:solidFill>
                  <a:srgbClr val="333333"/>
                </a:solidFill>
                <a:latin typeface="Calibri"/>
              </a:rPr>
              <a:t>particuliers</a:t>
            </a:r>
            <a:r>
              <a:rPr sz="750" b="0" i="0" dirty="0">
                <a:solidFill>
                  <a:srgbClr val="333333"/>
                </a:solidFill>
                <a:latin typeface="Calibri"/>
              </a:rPr>
              <a:t> : 2 805 clients, </a:t>
            </a:r>
            <a:r>
              <a:rPr lang="fr-FR" sz="750" b="0" i="0" dirty="0">
                <a:solidFill>
                  <a:srgbClr val="333333"/>
                </a:solidFill>
                <a:latin typeface="Calibri"/>
              </a:rPr>
              <a:t>tous classé </a:t>
            </a:r>
            <a:r>
              <a:rPr sz="750" b="0" i="0" dirty="0" err="1">
                <a:solidFill>
                  <a:srgbClr val="333333"/>
                </a:solidFill>
                <a:latin typeface="Calibri"/>
              </a:rPr>
              <a:t>en</a:t>
            </a:r>
            <a:r>
              <a:rPr sz="75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750" b="0" i="0" dirty="0" err="1">
                <a:solidFill>
                  <a:srgbClr val="333333"/>
                </a:solidFill>
                <a:latin typeface="Calibri"/>
              </a:rPr>
              <a:t>risque</a:t>
            </a:r>
            <a:r>
              <a:rPr sz="75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750" b="0" i="0" dirty="0" err="1">
                <a:solidFill>
                  <a:srgbClr val="333333"/>
                </a:solidFill>
                <a:latin typeface="Calibri"/>
              </a:rPr>
              <a:t>élevé</a:t>
            </a:r>
            <a:r>
              <a:rPr sz="750" b="0" i="0" dirty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69E1DA17-E11A-93F6-3B14-7D141B9CEBC2}"/>
                  </a:ext>
                </a:extLst>
              </p14:cNvPr>
              <p14:cNvContentPartPr/>
              <p14:nvPr/>
            </p14:nvContentPartPr>
            <p14:xfrm>
              <a:off x="1200240" y="2439360"/>
              <a:ext cx="5690160" cy="2722320"/>
            </p14:xfrm>
          </p:contentPart>
        </mc:Choice>
        <mc:Fallback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69E1DA17-E11A-93F6-3B14-7D141B9CEBC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90880" y="2430000"/>
                <a:ext cx="5708880" cy="274104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ZoneTexte 2">
            <a:extLst>
              <a:ext uri="{FF2B5EF4-FFF2-40B4-BE49-F238E27FC236}">
                <a16:creationId xmlns:a16="http://schemas.microsoft.com/office/drawing/2014/main" id="{4F09E5A2-55AD-A09F-2221-0E93177E7925}"/>
              </a:ext>
            </a:extLst>
          </p:cNvPr>
          <p:cNvSpPr txBox="1"/>
          <p:nvPr/>
        </p:nvSpPr>
        <p:spPr>
          <a:xfrm>
            <a:off x="2230582" y="3650673"/>
            <a:ext cx="4031673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SN" sz="1200" dirty="0">
                <a:solidFill>
                  <a:srgbClr val="FF0000"/>
                </a:solidFill>
              </a:rPr>
              <a:t>Echantillons dossiers physiques : point à confirmer avec Erroll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V.  REVUE SCORING AML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009A56"/>
                </a:solidFill>
                <a:latin typeface="Calibri"/>
              </a:rPr>
              <a:t>CARTOGRAPHIE DU RISQUE CLIENT (CHAMP RISQUE)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3 040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Particuliers à risque élevé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0.8 % du portefeuille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397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Entreprises à risque élevé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2.5 % du portefeuille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383 920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Particuliers en « moyen faible 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98.6 % — concentration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46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Clients sans notation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43 PP · 3 PM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196596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1B2A4A"/>
                </a:solidFill>
                <a:latin typeface="Calibri"/>
              </a:rPr>
              <a:t>Particuliers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365760" y="2194560"/>
          <a:ext cx="27432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91840" y="199339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1B2A4A"/>
                </a:solidFill>
                <a:latin typeface="Calibri"/>
              </a:rPr>
              <a:t>Entreprises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3200400" y="2194560"/>
          <a:ext cx="27432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172200" y="1993392"/>
            <a:ext cx="2606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Effectifs par niveau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6172200" y="2194560"/>
          <a:ext cx="2606038" cy="14264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81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0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9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30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Niveau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Faible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Moyen faible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383 920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98.6 %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12 968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82.7 %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Moyen élevé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2 404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2 249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14.3 %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Élevé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3 040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397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2.5 %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Non noté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 dirty="0">
                          <a:solidFill>
                            <a:srgbClr val="333333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 dirty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7" name="Rectangle 36"/>
          <p:cNvSpPr/>
          <p:nvPr/>
        </p:nvSpPr>
        <p:spPr>
          <a:xfrm>
            <a:off x="6172200" y="3749039"/>
            <a:ext cx="2606040" cy="1078992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172200" y="3749039"/>
            <a:ext cx="45720" cy="10789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18504" y="3822191"/>
            <a:ext cx="2350008" cy="3744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98.6 % des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particuliers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relèvent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d'un seul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niveau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: la segmentation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discrimine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peu.</a:t>
            </a:r>
          </a:p>
          <a:p>
            <a:pPr algn="l">
              <a:spcAft>
                <a:spcPts val="35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46 clients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restent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sans </a:t>
            </a:r>
            <a:r>
              <a:rPr lang="fr-FR" sz="700" b="0" i="0" dirty="0">
                <a:solidFill>
                  <a:srgbClr val="333333"/>
                </a:solidFill>
                <a:latin typeface="Calibri"/>
              </a:rPr>
              <a:t>classe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de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risque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A31C28B8-FEF5-8F36-945C-37C5C3C9C862}"/>
                  </a:ext>
                </a:extLst>
              </p14:cNvPr>
              <p14:cNvContentPartPr/>
              <p14:nvPr/>
            </p14:nvContentPartPr>
            <p14:xfrm>
              <a:off x="6961680" y="3143160"/>
              <a:ext cx="1253880" cy="918000"/>
            </p14:xfrm>
          </p:contentPart>
        </mc:Choice>
        <mc:Fallback xmlns=""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A31C28B8-FEF5-8F36-945C-37C5C3C9C86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52320" y="3133800"/>
                <a:ext cx="1272600" cy="93672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ZoneTexte 2">
            <a:extLst>
              <a:ext uri="{FF2B5EF4-FFF2-40B4-BE49-F238E27FC236}">
                <a16:creationId xmlns:a16="http://schemas.microsoft.com/office/drawing/2014/main" id="{7D9EAE9B-C7D8-7ACE-88AF-0D34CC73E430}"/>
              </a:ext>
            </a:extLst>
          </p:cNvPr>
          <p:cNvSpPr txBox="1"/>
          <p:nvPr/>
        </p:nvSpPr>
        <p:spPr>
          <a:xfrm>
            <a:off x="6729983" y="3499140"/>
            <a:ext cx="2185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1400" dirty="0">
                <a:solidFill>
                  <a:srgbClr val="FF0000"/>
                </a:solidFill>
              </a:rPr>
              <a:t>A clarifier avec Erroll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V.  REVUE SCORING AML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ÉTAT DES ÉCHÉANCES DE RÉVISION (CHAMP DATREV)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D32F2F"/>
                </a:solidFill>
                <a:latin typeface="Calibri"/>
              </a:rPr>
              <a:t>52.3 %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24603"/>
            <a:ext cx="1828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 dirty="0" err="1">
                <a:solidFill>
                  <a:srgbClr val="1B2A4A"/>
                </a:solidFill>
                <a:latin typeface="Calibri"/>
              </a:rPr>
              <a:t>Particuliers</a:t>
            </a:r>
            <a:r>
              <a:rPr sz="700" b="1" i="0" dirty="0">
                <a:solidFill>
                  <a:srgbClr val="1B2A4A"/>
                </a:solidFill>
                <a:latin typeface="Calibri"/>
              </a:rPr>
              <a:t> </a:t>
            </a:r>
            <a:r>
              <a:rPr lang="fr-FR" sz="700" b="1" i="0" dirty="0">
                <a:solidFill>
                  <a:srgbClr val="1B2A4A"/>
                </a:solidFill>
                <a:latin typeface="Calibri"/>
              </a:rPr>
              <a:t>avec date de revue </a:t>
            </a:r>
            <a:r>
              <a:rPr lang="fr-FR" sz="700" b="1" i="0" dirty="0" err="1">
                <a:solidFill>
                  <a:srgbClr val="1B2A4A"/>
                </a:solidFill>
                <a:latin typeface="Calibri"/>
              </a:rPr>
              <a:t>scoring</a:t>
            </a:r>
            <a:r>
              <a:rPr lang="fr-FR" sz="700" b="1" i="0" dirty="0">
                <a:solidFill>
                  <a:srgbClr val="1B2A4A"/>
                </a:solidFill>
                <a:latin typeface="Calibri"/>
              </a:rPr>
              <a:t> échue ou absente</a:t>
            </a:r>
            <a:endParaRPr sz="7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5488" y="1769924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 dirty="0">
                <a:solidFill>
                  <a:srgbClr val="666666"/>
                </a:solidFill>
                <a:latin typeface="Calibri"/>
              </a:rPr>
              <a:t>203 507 clients : </a:t>
            </a:r>
            <a:r>
              <a:rPr sz="700" b="0" i="0" dirty="0" err="1">
                <a:solidFill>
                  <a:srgbClr val="666666"/>
                </a:solidFill>
                <a:latin typeface="Calibri"/>
              </a:rPr>
              <a:t>échue</a:t>
            </a:r>
            <a:r>
              <a:rPr sz="700" b="0" i="0" dirty="0">
                <a:solidFill>
                  <a:srgbClr val="666666"/>
                </a:solidFill>
                <a:latin typeface="Calibri"/>
              </a:rPr>
              <a:t>, </a:t>
            </a:r>
            <a:r>
              <a:rPr sz="700" b="0" i="0" dirty="0" err="1">
                <a:solidFill>
                  <a:srgbClr val="666666"/>
                </a:solidFill>
                <a:latin typeface="Calibri"/>
              </a:rPr>
              <a:t>absente</a:t>
            </a:r>
            <a:r>
              <a:rPr sz="7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666666"/>
                </a:solidFill>
                <a:latin typeface="Calibri"/>
              </a:rPr>
              <a:t>ou</a:t>
            </a:r>
            <a:r>
              <a:rPr sz="7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666666"/>
                </a:solidFill>
                <a:latin typeface="Calibri"/>
              </a:rPr>
              <a:t>invalide</a:t>
            </a:r>
            <a:endParaRPr sz="700" b="0" i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487168" y="1085691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D32F2F"/>
                </a:solidFill>
                <a:latin typeface="Calibri"/>
              </a:rPr>
              <a:t>68.8 %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 dirty="0">
                <a:solidFill>
                  <a:srgbClr val="1B2A4A"/>
                </a:solidFill>
                <a:latin typeface="Calibri"/>
              </a:rPr>
              <a:t>Entreprises </a:t>
            </a:r>
            <a:r>
              <a:rPr lang="fr-FR" sz="700" b="1" i="0" dirty="0">
                <a:solidFill>
                  <a:srgbClr val="1B2A4A"/>
                </a:solidFill>
                <a:latin typeface="Calibri"/>
              </a:rPr>
              <a:t>avec date de revue </a:t>
            </a:r>
            <a:r>
              <a:rPr lang="fr-FR" sz="700" b="1" i="0" dirty="0" err="1">
                <a:solidFill>
                  <a:srgbClr val="1B2A4A"/>
                </a:solidFill>
                <a:latin typeface="Calibri"/>
              </a:rPr>
              <a:t>scoring</a:t>
            </a:r>
            <a:r>
              <a:rPr lang="fr-FR" sz="700" b="1" i="0" dirty="0">
                <a:solidFill>
                  <a:srgbClr val="1B2A4A"/>
                </a:solidFill>
                <a:latin typeface="Calibri"/>
              </a:rPr>
              <a:t> échue ou absente</a:t>
            </a:r>
            <a:endParaRPr sz="7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596896" y="1769924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 dirty="0">
                <a:solidFill>
                  <a:srgbClr val="666666"/>
                </a:solidFill>
                <a:latin typeface="Calibri"/>
              </a:rPr>
              <a:t>10 781 sociétés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D32F2F"/>
                </a:solidFill>
                <a:latin typeface="Calibri"/>
              </a:rPr>
              <a:t>172 454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24603"/>
            <a:ext cx="182880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 dirty="0" err="1">
                <a:solidFill>
                  <a:srgbClr val="1B2A4A"/>
                </a:solidFill>
                <a:latin typeface="Calibri"/>
              </a:rPr>
              <a:t>Révisions</a:t>
            </a:r>
            <a:r>
              <a:rPr sz="700" b="1" i="0" dirty="0">
                <a:solidFill>
                  <a:srgbClr val="1B2A4A"/>
                </a:solidFill>
                <a:latin typeface="Calibri"/>
              </a:rPr>
              <a:t> </a:t>
            </a:r>
            <a:r>
              <a:rPr sz="700" b="1" i="0" dirty="0" err="1">
                <a:solidFill>
                  <a:srgbClr val="1B2A4A"/>
                </a:solidFill>
                <a:latin typeface="Calibri"/>
              </a:rPr>
              <a:t>particuliers</a:t>
            </a:r>
            <a:r>
              <a:rPr sz="700" b="1" i="0" dirty="0">
                <a:solidFill>
                  <a:srgbClr val="1B2A4A"/>
                </a:solidFill>
                <a:latin typeface="Calibri"/>
              </a:rPr>
              <a:t> </a:t>
            </a:r>
            <a:r>
              <a:rPr sz="700" b="1" i="0" dirty="0" err="1">
                <a:solidFill>
                  <a:srgbClr val="1B2A4A"/>
                </a:solidFill>
                <a:latin typeface="Calibri"/>
              </a:rPr>
              <a:t>échues</a:t>
            </a:r>
            <a:endParaRPr sz="7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718304" y="1769924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44.3 % du portefeuille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D32F2F"/>
                </a:solidFill>
                <a:latin typeface="Calibri"/>
              </a:rPr>
              <a:t>10 534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24603"/>
            <a:ext cx="182880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fr-FR" sz="700" b="1" i="0" dirty="0">
                <a:solidFill>
                  <a:srgbClr val="1B2A4A"/>
                </a:solidFill>
                <a:latin typeface="Calibri"/>
              </a:rPr>
              <a:t>Date de revue </a:t>
            </a:r>
            <a:r>
              <a:rPr lang="fr-FR" sz="700" b="1" i="0" dirty="0" err="1">
                <a:solidFill>
                  <a:srgbClr val="1B2A4A"/>
                </a:solidFill>
                <a:latin typeface="Calibri"/>
              </a:rPr>
              <a:t>scoring</a:t>
            </a:r>
            <a:r>
              <a:rPr sz="700" b="1" i="0" dirty="0">
                <a:solidFill>
                  <a:srgbClr val="1B2A4A"/>
                </a:solidFill>
                <a:latin typeface="Calibri"/>
              </a:rPr>
              <a:t> </a:t>
            </a:r>
            <a:r>
              <a:rPr sz="700" b="1" i="0" dirty="0" err="1">
                <a:solidFill>
                  <a:srgbClr val="1B2A4A"/>
                </a:solidFill>
                <a:latin typeface="Calibri"/>
              </a:rPr>
              <a:t>entreprises</a:t>
            </a:r>
            <a:r>
              <a:rPr sz="700" b="1" i="0" dirty="0">
                <a:solidFill>
                  <a:srgbClr val="1B2A4A"/>
                </a:solidFill>
                <a:latin typeface="Calibri"/>
              </a:rPr>
              <a:t> </a:t>
            </a:r>
            <a:r>
              <a:rPr sz="700" b="1" i="0" dirty="0" err="1">
                <a:solidFill>
                  <a:srgbClr val="1B2A4A"/>
                </a:solidFill>
                <a:latin typeface="Calibri"/>
              </a:rPr>
              <a:t>absentes</a:t>
            </a:r>
            <a:endParaRPr sz="7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39712" y="1769924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67.2 % du portefeuille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1993392"/>
            <a:ext cx="5120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Répartition des échéances de révision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365760" y="2194560"/>
          <a:ext cx="5120640" cy="1719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5669280" y="1993392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Détail des statuts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527228"/>
              </p:ext>
            </p:extLst>
          </p:nvPr>
        </p:nvGraphicFramePr>
        <p:xfrm>
          <a:off x="5669280" y="2194560"/>
          <a:ext cx="3108958" cy="18059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570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5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4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85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74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Statut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Échue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172 454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44.3 %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246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1.6 %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650" b="1" dirty="0">
                          <a:solidFill>
                            <a:srgbClr val="333333"/>
                          </a:solidFill>
                          <a:latin typeface="Calibri"/>
                        </a:rPr>
                        <a:t>Non </a:t>
                      </a:r>
                      <a:r>
                        <a:rPr sz="650" b="1" dirty="0" err="1">
                          <a:solidFill>
                            <a:srgbClr val="333333"/>
                          </a:solidFill>
                          <a:latin typeface="Calibri"/>
                        </a:rPr>
                        <a:t>renseignée</a:t>
                      </a:r>
                      <a:r>
                        <a:rPr lang="fr-SN" sz="650" b="1" dirty="0">
                          <a:solidFill>
                            <a:srgbClr val="333333"/>
                          </a:solidFill>
                          <a:latin typeface="Calibri"/>
                        </a:rPr>
                        <a:t> </a:t>
                      </a:r>
                      <a:r>
                        <a:rPr lang="fr-SN" sz="650" b="1" dirty="0">
                          <a:solidFill>
                            <a:srgbClr val="FF0000"/>
                          </a:solidFill>
                          <a:latin typeface="Calibri"/>
                        </a:rPr>
                        <a:t>*</a:t>
                      </a:r>
                      <a:endParaRPr sz="650" b="1" dirty="0">
                        <a:solidFill>
                          <a:srgbClr val="FF0000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31 053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8.0 %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10 534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67.2 %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À échoir &lt; 3 mois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44 192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11.3 %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À échoir 3–6 mois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38 558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9.9 %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À échoir 6–12 mois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20 040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5.1 %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298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1.9 %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À échoir &gt; 12 mois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83 124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21.3 %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4 380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27.9 %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Format invalide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 dirty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365758" y="3906774"/>
            <a:ext cx="5120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Ancienneté des révisions échues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3349202"/>
              </p:ext>
            </p:extLst>
          </p:nvPr>
        </p:nvGraphicFramePr>
        <p:xfrm>
          <a:off x="365758" y="4107942"/>
          <a:ext cx="5120639" cy="6766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33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1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17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17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Retard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&lt; 6 mois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6 à 12 mois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1 à 2 ans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&gt; 2 ans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154 068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17 663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403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193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ZoneTexte 1">
            <a:extLst>
              <a:ext uri="{FF2B5EF4-FFF2-40B4-BE49-F238E27FC236}">
                <a16:creationId xmlns:a16="http://schemas.microsoft.com/office/drawing/2014/main" id="{E05A6857-7FBB-7AFA-60F0-BFB3B42601AB}"/>
              </a:ext>
            </a:extLst>
          </p:cNvPr>
          <p:cNvSpPr txBox="1"/>
          <p:nvPr/>
        </p:nvSpPr>
        <p:spPr>
          <a:xfrm>
            <a:off x="5669280" y="4187393"/>
            <a:ext cx="3108960" cy="2616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SN" sz="1100" dirty="0">
                <a:solidFill>
                  <a:srgbClr val="FF0000"/>
                </a:solidFill>
              </a:rPr>
              <a:t>* Inclus des clients avec un </a:t>
            </a:r>
            <a:r>
              <a:rPr lang="fr-SN" sz="1100" dirty="0" err="1">
                <a:solidFill>
                  <a:srgbClr val="FF0000"/>
                </a:solidFill>
              </a:rPr>
              <a:t>scoring</a:t>
            </a:r>
            <a:r>
              <a:rPr lang="fr-SN" sz="1100" dirty="0">
                <a:solidFill>
                  <a:srgbClr val="FF0000"/>
                </a:solidFill>
              </a:rPr>
              <a:t> en cours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V.  REVUE SCORING AML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CROISEMENT RISQUE ET ÉCHÉANCE — ZONE CRITIQUE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133856"/>
            <a:ext cx="8412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dirty="0" err="1">
                <a:solidFill>
                  <a:srgbClr val="1B2A4A"/>
                </a:solidFill>
                <a:latin typeface="Calibri"/>
              </a:rPr>
              <a:t>Particuliers</a:t>
            </a:r>
            <a:r>
              <a:rPr sz="900" b="1" i="0" dirty="0">
                <a:solidFill>
                  <a:srgbClr val="1B2A4A"/>
                </a:solidFill>
                <a:latin typeface="Calibri"/>
              </a:rPr>
              <a:t> — état de la </a:t>
            </a:r>
            <a:r>
              <a:rPr sz="900" b="1" i="0" dirty="0" err="1">
                <a:solidFill>
                  <a:srgbClr val="1B2A4A"/>
                </a:solidFill>
                <a:latin typeface="Calibri"/>
              </a:rPr>
              <a:t>révision</a:t>
            </a:r>
            <a:r>
              <a:rPr sz="900" b="1" i="0" dirty="0">
                <a:solidFill>
                  <a:srgbClr val="1B2A4A"/>
                </a:solidFill>
                <a:latin typeface="Calibri"/>
              </a:rPr>
              <a:t> par </a:t>
            </a:r>
            <a:r>
              <a:rPr sz="900" b="1" i="0" dirty="0" err="1">
                <a:solidFill>
                  <a:srgbClr val="1B2A4A"/>
                </a:solidFill>
                <a:latin typeface="Calibri"/>
              </a:rPr>
              <a:t>niveau</a:t>
            </a:r>
            <a:r>
              <a:rPr sz="900" b="1" i="0" dirty="0">
                <a:solidFill>
                  <a:srgbClr val="1B2A4A"/>
                </a:solidFill>
                <a:latin typeface="Calibri"/>
              </a:rPr>
              <a:t> de </a:t>
            </a:r>
            <a:r>
              <a:rPr sz="900" b="1" i="0" dirty="0" err="1">
                <a:solidFill>
                  <a:srgbClr val="1B2A4A"/>
                </a:solidFill>
                <a:latin typeface="Calibri"/>
              </a:rPr>
              <a:t>risque</a:t>
            </a:r>
            <a:endParaRPr sz="900" b="1" i="0" dirty="0">
              <a:solidFill>
                <a:srgbClr val="1B2A4A"/>
              </a:solidFill>
              <a:latin typeface="Calibri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927030"/>
              </p:ext>
            </p:extLst>
          </p:nvPr>
        </p:nvGraphicFramePr>
        <p:xfrm>
          <a:off x="365760" y="1335024"/>
          <a:ext cx="8412478" cy="12374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7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59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42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36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5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Niveau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</a:rPr>
                        <a:t> de </a:t>
                      </a:r>
                      <a:r>
                        <a:rPr sz="85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risque</a:t>
                      </a:r>
                      <a:endParaRPr sz="8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Effectif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SN" sz="850" b="1" dirty="0">
                          <a:solidFill>
                            <a:srgbClr val="FF0000"/>
                          </a:solidFill>
                          <a:latin typeface="Calibri"/>
                        </a:rPr>
                        <a:t>Clients avec Date de revue </a:t>
                      </a:r>
                      <a:r>
                        <a:rPr lang="fr-SN" sz="850" b="1" dirty="0" err="1">
                          <a:solidFill>
                            <a:srgbClr val="FF0000"/>
                          </a:solidFill>
                          <a:latin typeface="Calibri"/>
                        </a:rPr>
                        <a:t>éc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</a:rPr>
                        <a:t>hue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SN" sz="850" b="1" dirty="0">
                          <a:solidFill>
                            <a:srgbClr val="FF0000"/>
                          </a:solidFill>
                          <a:latin typeface="+mn-lt"/>
                        </a:rPr>
                        <a:t>Clients avec Date de revue 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</a:rPr>
                        <a:t>Non </a:t>
                      </a:r>
                      <a:r>
                        <a:rPr sz="85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renseignée</a:t>
                      </a:r>
                      <a:endParaRPr sz="8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50" b="1" dirty="0">
                          <a:solidFill>
                            <a:srgbClr val="FF0000"/>
                          </a:solidFill>
                          <a:latin typeface="Calibri"/>
                        </a:rPr>
                        <a:t>Total</a:t>
                      </a:r>
                      <a:r>
                        <a:rPr lang="fr-FR" sz="850" b="1" dirty="0">
                          <a:solidFill>
                            <a:srgbClr val="FFFFFF"/>
                          </a:solidFill>
                          <a:latin typeface="Calibri"/>
                        </a:rPr>
                        <a:t> (date de revue </a:t>
                      </a:r>
                      <a:r>
                        <a:rPr lang="fr-FR" sz="85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scoring</a:t>
                      </a:r>
                      <a:r>
                        <a:rPr lang="fr-FR" sz="850" b="1" dirty="0">
                          <a:solidFill>
                            <a:srgbClr val="FFFFFF"/>
                          </a:solidFill>
                          <a:latin typeface="Calibri"/>
                        </a:rPr>
                        <a:t> échue ou absente)</a:t>
                      </a:r>
                      <a:endParaRPr sz="8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du niveau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Faible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Moyen faible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383 920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171 408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30 220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201 628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52.5 %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Moyen élevé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2 404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908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1 620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67.4 %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Élevé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3 040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138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202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6.6 %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Non noté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dirty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5760" y="2651760"/>
            <a:ext cx="8412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Entreprises — état de la révision par niveau de risque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065448"/>
              </p:ext>
            </p:extLst>
          </p:nvPr>
        </p:nvGraphicFramePr>
        <p:xfrm>
          <a:off x="365760" y="2852928"/>
          <a:ext cx="8412478" cy="12374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7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59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42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36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5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Niveau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</a:rPr>
                        <a:t> de </a:t>
                      </a:r>
                      <a:r>
                        <a:rPr sz="85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risque</a:t>
                      </a:r>
                      <a:endParaRPr sz="8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Effectif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Échue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Non renseignée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50" b="1" dirty="0">
                          <a:solidFill>
                            <a:srgbClr val="FFFFFF"/>
                          </a:solidFill>
                          <a:latin typeface="Calibri"/>
                        </a:rPr>
                        <a:t>Avec date de revue </a:t>
                      </a:r>
                      <a:r>
                        <a:rPr lang="fr-FR" sz="85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scoring</a:t>
                      </a:r>
                      <a:r>
                        <a:rPr lang="fr-FR" sz="850" b="1" dirty="0">
                          <a:solidFill>
                            <a:srgbClr val="FFFFFF"/>
                          </a:solidFill>
                          <a:latin typeface="Calibri"/>
                        </a:rPr>
                        <a:t> échue ou absente</a:t>
                      </a:r>
                      <a:endParaRPr sz="8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du niveau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Faible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Moyen faible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12 968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170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8 190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8 360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64.5 %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Moyen élevé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2 249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2 037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2 070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92.0 %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Élevé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397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303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346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87.2 %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Non noté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dirty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365760" y="4169663"/>
            <a:ext cx="8412480" cy="658368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169663"/>
            <a:ext cx="45720" cy="658368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" y="4198975"/>
            <a:ext cx="8156448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dirty="0">
                <a:solidFill>
                  <a:srgbClr val="D32F2F"/>
                </a:solidFill>
                <a:latin typeface="Calibri"/>
              </a:rPr>
              <a:t>Zone critique — </a:t>
            </a:r>
            <a:r>
              <a:rPr sz="900" b="1" i="0" dirty="0" err="1">
                <a:solidFill>
                  <a:srgbClr val="D32F2F"/>
                </a:solidFill>
                <a:latin typeface="Calibri"/>
              </a:rPr>
              <a:t>risque</a:t>
            </a:r>
            <a:r>
              <a:rPr sz="900" b="1" i="0" dirty="0">
                <a:solidFill>
                  <a:srgbClr val="D32F2F"/>
                </a:solidFill>
                <a:latin typeface="Calibri"/>
              </a:rPr>
              <a:t> </a:t>
            </a:r>
            <a:r>
              <a:rPr sz="900" b="1" i="0" dirty="0" err="1">
                <a:solidFill>
                  <a:srgbClr val="D32F2F"/>
                </a:solidFill>
                <a:latin typeface="Calibri"/>
              </a:rPr>
              <a:t>élevé</a:t>
            </a:r>
            <a:r>
              <a:rPr sz="900" b="1" i="0" dirty="0">
                <a:solidFill>
                  <a:srgbClr val="D32F2F"/>
                </a:solidFill>
                <a:latin typeface="Calibri"/>
              </a:rPr>
              <a:t> </a:t>
            </a:r>
            <a:r>
              <a:rPr lang="fr-FR" sz="900" b="1" i="0" dirty="0">
                <a:solidFill>
                  <a:srgbClr val="D32F2F"/>
                </a:solidFill>
                <a:latin typeface="Calibri"/>
              </a:rPr>
              <a:t>avec date de revue </a:t>
            </a:r>
            <a:r>
              <a:rPr lang="fr-FR" sz="900" b="1" i="0" dirty="0" err="1">
                <a:solidFill>
                  <a:srgbClr val="D32F2F"/>
                </a:solidFill>
                <a:latin typeface="Calibri"/>
              </a:rPr>
              <a:t>scoring</a:t>
            </a:r>
            <a:r>
              <a:rPr lang="fr-FR" sz="900" b="1" i="0" dirty="0">
                <a:solidFill>
                  <a:srgbClr val="D32F2F"/>
                </a:solidFill>
                <a:latin typeface="Calibri"/>
              </a:rPr>
              <a:t> échue ou absente</a:t>
            </a:r>
            <a:endParaRPr sz="900" b="1" i="0" dirty="0">
              <a:solidFill>
                <a:srgbClr val="D32F2F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93775" y="4368265"/>
            <a:ext cx="8156448" cy="4257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Particuliers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: 202 clients à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risque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élevé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sur 3 040 (6.6 %) </a:t>
            </a:r>
            <a:r>
              <a:rPr lang="fr-FR" sz="700" b="0" i="0" dirty="0">
                <a:solidFill>
                  <a:srgbClr val="333333"/>
                </a:solidFill>
                <a:latin typeface="Calibri"/>
              </a:rPr>
              <a:t>ont une date de revue </a:t>
            </a:r>
            <a:r>
              <a:rPr lang="fr-FR" sz="700" b="0" i="0" dirty="0" err="1">
                <a:solidFill>
                  <a:srgbClr val="333333"/>
                </a:solidFill>
                <a:latin typeface="Calibri"/>
              </a:rPr>
              <a:t>scoring</a:t>
            </a:r>
            <a:r>
              <a:rPr lang="fr-FR" sz="700" b="0" i="0" dirty="0">
                <a:solidFill>
                  <a:srgbClr val="333333"/>
                </a:solidFill>
                <a:latin typeface="Calibri"/>
              </a:rPr>
              <a:t> échue ou absente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— 138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échues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, 64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absentes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.</a:t>
            </a:r>
          </a:p>
          <a:p>
            <a:pPr algn="l">
              <a:spcAft>
                <a:spcPts val="35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Entreprises : 346 sociétés sur 397 (87.2 %) — 43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échues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, 303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absentes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.</a:t>
            </a:r>
          </a:p>
          <a:p>
            <a:pPr algn="l">
              <a:spcAft>
                <a:spcPts val="350"/>
              </a:spcAft>
            </a:pPr>
            <a:r>
              <a:rPr sz="700" b="0" i="0" dirty="0">
                <a:solidFill>
                  <a:srgbClr val="333333"/>
                </a:solidFill>
                <a:latin typeface="Calibri"/>
              </a:rPr>
              <a:t>• 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Périmètre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prioritaire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de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régularisation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: 548 clients à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risque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333333"/>
                </a:solidFill>
                <a:latin typeface="Calibri"/>
              </a:rPr>
              <a:t>élevé</a:t>
            </a:r>
            <a:r>
              <a:rPr sz="700" b="0" i="0" dirty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E2DAE93B-AB67-E4CD-49BD-7846B0AA6BC1}"/>
                  </a:ext>
                </a:extLst>
              </p14:cNvPr>
              <p14:cNvContentPartPr/>
              <p14:nvPr/>
            </p14:nvContentPartPr>
            <p14:xfrm>
              <a:off x="382320" y="1149840"/>
              <a:ext cx="8133480" cy="2743560"/>
            </p14:xfrm>
          </p:contentPart>
        </mc:Choice>
        <mc:Fallback xmlns=""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E2DAE93B-AB67-E4CD-49BD-7846B0AA6BC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2960" y="1140480"/>
                <a:ext cx="8152200" cy="2762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V.  REVUE SCORING AML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PROFIL DES CLIENTS À RISQUE ÉLEVÉ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D32F2F"/>
                </a:solidFill>
                <a:latin typeface="Calibri"/>
              </a:rPr>
              <a:t>3 040</a:t>
            </a:r>
            <a:r>
              <a:rPr lang="fr-FR" sz="2000" b="1" i="0" dirty="0">
                <a:solidFill>
                  <a:srgbClr val="D32F2F"/>
                </a:solidFill>
                <a:latin typeface="Calibri"/>
              </a:rPr>
              <a:t> </a:t>
            </a:r>
            <a:r>
              <a:rPr lang="fr-FR" b="1" i="0" dirty="0">
                <a:solidFill>
                  <a:srgbClr val="D32F2F"/>
                </a:solidFill>
                <a:latin typeface="Calibri"/>
              </a:rPr>
              <a:t>*</a:t>
            </a:r>
            <a:endParaRPr sz="2000" b="1" i="0" dirty="0">
              <a:solidFill>
                <a:srgbClr val="D32F2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1B2A4A"/>
                </a:solidFill>
                <a:latin typeface="Calibri"/>
              </a:rPr>
              <a:t>Particuliers à risque élevé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0.78 % du portefeuille particuliers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397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 dirty="0">
                <a:solidFill>
                  <a:srgbClr val="1B2A4A"/>
                </a:solidFill>
                <a:latin typeface="Calibri"/>
              </a:rPr>
              <a:t>Entreprises à </a:t>
            </a:r>
            <a:r>
              <a:rPr sz="700" b="1" i="0" dirty="0" err="1">
                <a:solidFill>
                  <a:srgbClr val="1B2A4A"/>
                </a:solidFill>
                <a:latin typeface="Calibri"/>
              </a:rPr>
              <a:t>risque</a:t>
            </a:r>
            <a:r>
              <a:rPr sz="700" b="1" i="0" dirty="0">
                <a:solidFill>
                  <a:srgbClr val="1B2A4A"/>
                </a:solidFill>
                <a:latin typeface="Calibri"/>
              </a:rPr>
              <a:t> </a:t>
            </a:r>
            <a:r>
              <a:rPr sz="700" b="1" i="0" dirty="0" err="1">
                <a:solidFill>
                  <a:srgbClr val="1B2A4A"/>
                </a:solidFill>
                <a:latin typeface="Calibri"/>
              </a:rPr>
              <a:t>élevé</a:t>
            </a:r>
            <a:endParaRPr sz="7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2.53 % du portefeuille entreprises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6.6 %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fr-FR" sz="700" b="1" dirty="0">
                <a:solidFill>
                  <a:srgbClr val="1B2A4A"/>
                </a:solidFill>
                <a:latin typeface="Calibri"/>
              </a:rPr>
              <a:t>D</a:t>
            </a:r>
            <a:r>
              <a:rPr lang="fr-FR" sz="700" b="1" i="0" dirty="0">
                <a:solidFill>
                  <a:srgbClr val="1B2A4A"/>
                </a:solidFill>
                <a:latin typeface="Calibri"/>
              </a:rPr>
              <a:t>ate de revue </a:t>
            </a:r>
            <a:r>
              <a:rPr lang="fr-FR" sz="700" b="1" i="0" dirty="0" err="1">
                <a:solidFill>
                  <a:srgbClr val="1B2A4A"/>
                </a:solidFill>
                <a:latin typeface="Calibri"/>
              </a:rPr>
              <a:t>scoring</a:t>
            </a:r>
            <a:r>
              <a:rPr lang="fr-FR" sz="700" b="1" i="0" dirty="0">
                <a:solidFill>
                  <a:srgbClr val="1B2A4A"/>
                </a:solidFill>
                <a:latin typeface="Calibri"/>
              </a:rPr>
              <a:t> échue ou absente</a:t>
            </a:r>
            <a:r>
              <a:rPr sz="700" b="1" i="0" dirty="0">
                <a:solidFill>
                  <a:srgbClr val="1B2A4A"/>
                </a:solidFill>
                <a:latin typeface="Calibri"/>
              </a:rPr>
              <a:t> (PP)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 dirty="0">
                <a:solidFill>
                  <a:srgbClr val="666666"/>
                </a:solidFill>
                <a:latin typeface="Calibri"/>
              </a:rPr>
              <a:t>202 clients </a:t>
            </a:r>
            <a:r>
              <a:rPr lang="fr-FR" sz="700" dirty="0">
                <a:solidFill>
                  <a:srgbClr val="666666"/>
                </a:solidFill>
                <a:latin typeface="Calibri"/>
              </a:rPr>
              <a:t>PP </a:t>
            </a:r>
            <a:r>
              <a:rPr sz="700" b="0" i="0" dirty="0" err="1">
                <a:solidFill>
                  <a:srgbClr val="666666"/>
                </a:solidFill>
                <a:latin typeface="Calibri"/>
              </a:rPr>
              <a:t>concernés</a:t>
            </a:r>
            <a:endParaRPr sz="700" b="0" i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87.2 %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1" y="1554480"/>
            <a:ext cx="1938527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fr-FR" sz="700" b="1" dirty="0">
                <a:solidFill>
                  <a:srgbClr val="1B2A4A"/>
                </a:solidFill>
                <a:latin typeface="Calibri"/>
              </a:rPr>
              <a:t>Date</a:t>
            </a:r>
            <a:r>
              <a:rPr lang="fr-FR" sz="700" b="1" i="0" dirty="0">
                <a:solidFill>
                  <a:srgbClr val="1B2A4A"/>
                </a:solidFill>
                <a:latin typeface="Calibri"/>
              </a:rPr>
              <a:t> date de revue </a:t>
            </a:r>
            <a:r>
              <a:rPr lang="fr-FR" sz="700" b="1" i="0" dirty="0" err="1">
                <a:solidFill>
                  <a:srgbClr val="1B2A4A"/>
                </a:solidFill>
                <a:latin typeface="Calibri"/>
              </a:rPr>
              <a:t>scoring</a:t>
            </a:r>
            <a:r>
              <a:rPr lang="fr-FR" sz="700" b="1" i="0" dirty="0">
                <a:solidFill>
                  <a:srgbClr val="1B2A4A"/>
                </a:solidFill>
                <a:latin typeface="Calibri"/>
              </a:rPr>
              <a:t> échue ou absente</a:t>
            </a:r>
            <a:r>
              <a:rPr sz="700" b="1" i="0" dirty="0">
                <a:solidFill>
                  <a:srgbClr val="1B2A4A"/>
                </a:solidFill>
                <a:latin typeface="Calibri"/>
              </a:rPr>
              <a:t> (PM)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 dirty="0">
                <a:solidFill>
                  <a:srgbClr val="666666"/>
                </a:solidFill>
                <a:latin typeface="Calibri"/>
              </a:rPr>
              <a:t>346 </a:t>
            </a:r>
            <a:r>
              <a:rPr lang="fr-FR" sz="700" b="0" i="0" dirty="0">
                <a:solidFill>
                  <a:srgbClr val="666666"/>
                </a:solidFill>
                <a:latin typeface="Calibri"/>
              </a:rPr>
              <a:t>clients PP</a:t>
            </a:r>
            <a:r>
              <a:rPr sz="7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sz="700" b="0" i="0" dirty="0" err="1">
                <a:solidFill>
                  <a:srgbClr val="666666"/>
                </a:solidFill>
                <a:latin typeface="Calibri"/>
              </a:rPr>
              <a:t>concernés</a:t>
            </a:r>
            <a:endParaRPr sz="700" b="0" i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65760" y="20116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COMPLÉTUDE ET QUALITÉ COMPARÉES AU PORTEFEUILLE GLOBAL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26771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591303"/>
              </p:ext>
            </p:extLst>
          </p:nvPr>
        </p:nvGraphicFramePr>
        <p:xfrm>
          <a:off x="365760" y="2395728"/>
          <a:ext cx="4114800" cy="13533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99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95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5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Indicateur</a:t>
                      </a:r>
                      <a:endParaRPr sz="8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Particuliers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</a:rPr>
                        <a:t> global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PP risque élevé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strike="sngStrike" dirty="0">
                          <a:solidFill>
                            <a:srgbClr val="FF0000"/>
                          </a:solidFill>
                          <a:latin typeface="Calibri"/>
                        </a:rPr>
                        <a:t>Entreprises</a:t>
                      </a:r>
                      <a:r>
                        <a:rPr lang="fr-SN" sz="850" b="1" strike="sngStrike" dirty="0">
                          <a:solidFill>
                            <a:srgbClr val="FF0000"/>
                          </a:solidFill>
                          <a:latin typeface="Calibri"/>
                        </a:rPr>
                        <a:t>PM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</a:rPr>
                        <a:t> global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PM risque élevé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Taux de complétude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77 %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fr-FR"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Clients</a:t>
                      </a:r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 </a:t>
                      </a:r>
                      <a:r>
                        <a:rPr lang="fr-FR"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pour lesquels les données sont </a:t>
                      </a:r>
                      <a:r>
                        <a:rPr sz="7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ntégralement</a:t>
                      </a:r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 </a:t>
                      </a:r>
                      <a:r>
                        <a:rPr lang="fr-FR"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renseigné</a:t>
                      </a:r>
                      <a:endParaRPr sz="700" b="0" dirty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88.8 %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94.8 %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13.2 %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11.3 %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Taux de qualité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95.6 %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99.0 %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85.4 %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85.1 %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fr-FR"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avec date de revue </a:t>
                      </a:r>
                      <a:r>
                        <a:rPr lang="fr-FR" sz="7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scoring</a:t>
                      </a:r>
                      <a:r>
                        <a:rPr lang="fr-FR"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 échue ou absente</a:t>
                      </a:r>
                      <a:endParaRPr sz="700" b="0" dirty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52.3 %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6.6 %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68.8 %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dirty="0">
                          <a:solidFill>
                            <a:srgbClr val="333333"/>
                          </a:solidFill>
                          <a:latin typeface="Calibri"/>
                        </a:rPr>
                        <a:t>87.2 %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4663440" y="237744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Anomalies les plus fréquentes sur ce niveau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4663440" y="2596896"/>
          <a:ext cx="4114800" cy="12252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75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95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Règle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du niveau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global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Date de révision KYC expirée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138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4.5 %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44.3 %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Risque élevé sans révision KYC à jour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138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4.5 %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130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23.5 %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Retraité avec revenu positif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0.9 %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 dirty="0">
                          <a:solidFill>
                            <a:srgbClr val="333333"/>
                          </a:solidFill>
                          <a:latin typeface="Calibri"/>
                        </a:rPr>
                        <a:t>0.2 %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" name="Rectangle 35"/>
          <p:cNvSpPr/>
          <p:nvPr/>
        </p:nvSpPr>
        <p:spPr>
          <a:xfrm>
            <a:off x="365760" y="3950208"/>
            <a:ext cx="8412480" cy="491770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65760" y="3950208"/>
            <a:ext cx="45719" cy="49177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4149370"/>
            <a:ext cx="8156448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50"/>
              </a:spcAft>
            </a:pPr>
            <a:r>
              <a:rPr lang="fr-FR" sz="750" dirty="0">
                <a:solidFill>
                  <a:srgbClr val="333333"/>
                </a:solidFill>
                <a:latin typeface="Calibri"/>
              </a:rPr>
              <a:t>* Inclus 2633 potentiels clients PPE en cours de criblage pour en déduire ceux qui méritent une analyse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7E6E4EA3-0243-0969-A04A-B7283C2A0938}"/>
                  </a:ext>
                </a:extLst>
              </p14:cNvPr>
              <p14:cNvContentPartPr/>
              <p14:nvPr/>
            </p14:nvContentPartPr>
            <p14:xfrm>
              <a:off x="553680" y="1535400"/>
              <a:ext cx="7504920" cy="3651120"/>
            </p14:xfrm>
          </p:contentPart>
        </mc:Choice>
        <mc:Fallback xmlns=""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7E6E4EA3-0243-0969-A04A-B7283C2A093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4320" y="1526040"/>
                <a:ext cx="7523640" cy="3669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VI.  SYNTHÈSE ET PLAN D'ACTION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009A56"/>
                </a:solidFill>
                <a:latin typeface="Calibri"/>
              </a:rPr>
              <a:t>CHANTIERS DE FIABILISATION PROPOSÉS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415278"/>
              </p:ext>
            </p:extLst>
          </p:nvPr>
        </p:nvGraphicFramePr>
        <p:xfrm>
          <a:off x="365760" y="1133856"/>
          <a:ext cx="8412479" cy="36255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6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3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84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Constat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Volumétrie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Action proposée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Priorité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Clients à </a:t>
                      </a:r>
                      <a:r>
                        <a:rPr sz="7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risque</a:t>
                      </a:r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 </a:t>
                      </a:r>
                      <a:r>
                        <a:rPr sz="7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élevé</a:t>
                      </a:r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 sans </a:t>
                      </a:r>
                      <a:r>
                        <a:rPr lang="fr-FR"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date de </a:t>
                      </a:r>
                      <a:r>
                        <a:rPr lang="fr-FR" sz="7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révue</a:t>
                      </a:r>
                      <a:r>
                        <a:rPr lang="fr-FR"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 </a:t>
                      </a:r>
                      <a:r>
                        <a:rPr lang="fr-FR" sz="7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scoring</a:t>
                      </a:r>
                      <a:r>
                        <a:rPr lang="fr-FR"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 AML</a:t>
                      </a:r>
                      <a:endParaRPr sz="700" b="0" dirty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548 clients (PP + PM)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SN" sz="700" b="0" dirty="0">
                          <a:solidFill>
                            <a:srgbClr val="333333"/>
                          </a:solidFill>
                          <a:latin typeface="+mn-lt"/>
                        </a:rPr>
                        <a:t>Campagne de révision périodique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Critique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Révisions KYC échues sur l'ensemble du portefeuille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172 700 clients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b="0" dirty="0">
                          <a:solidFill>
                            <a:srgbClr val="333333"/>
                          </a:solidFill>
                          <a:latin typeface="+mn-lt"/>
                        </a:rPr>
                        <a:t>Plan de rattrapage  avec </a:t>
                      </a:r>
                      <a:r>
                        <a:rPr lang="fr-FR" sz="700" b="0" dirty="0" err="1">
                          <a:solidFill>
                            <a:srgbClr val="333333"/>
                          </a:solidFill>
                          <a:latin typeface="+mn-lt"/>
                        </a:rPr>
                        <a:t>prioristaion</a:t>
                      </a:r>
                      <a:r>
                        <a:rPr lang="fr-FR" sz="700" b="0" dirty="0">
                          <a:solidFill>
                            <a:srgbClr val="333333"/>
                          </a:solidFill>
                          <a:latin typeface="+mn-lt"/>
                        </a:rPr>
                        <a:t> des clients à risque élevé ou les retards de plus de 12 mois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Date de </a:t>
                      </a:r>
                      <a:r>
                        <a:rPr sz="7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révision</a:t>
                      </a:r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 </a:t>
                      </a:r>
                      <a:r>
                        <a:rPr sz="7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absente</a:t>
                      </a:r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 </a:t>
                      </a:r>
                      <a:r>
                        <a:rPr lang="fr-FR"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pour les</a:t>
                      </a:r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 </a:t>
                      </a:r>
                      <a:r>
                        <a:rPr sz="7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  <a:endParaRPr sz="700" b="0" dirty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10 534 sociétés (67.2 %)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b="0" dirty="0">
                          <a:solidFill>
                            <a:srgbClr val="333333"/>
                          </a:solidFill>
                          <a:latin typeface="+mn-lt"/>
                        </a:rPr>
                        <a:t>Initialisation automatique de la date de revue lors du </a:t>
                      </a:r>
                      <a:r>
                        <a:rPr lang="fr-FR" sz="700" b="0" dirty="0" err="1">
                          <a:solidFill>
                            <a:srgbClr val="333333"/>
                          </a:solidFill>
                          <a:latin typeface="+mn-lt"/>
                        </a:rPr>
                        <a:t>scoring</a:t>
                      </a:r>
                      <a:r>
                        <a:rPr lang="fr-FR" sz="700" b="0" dirty="0">
                          <a:solidFill>
                            <a:srgbClr val="333333"/>
                          </a:solidFill>
                          <a:latin typeface="+mn-lt"/>
                        </a:rPr>
                        <a:t> AML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Champ « </a:t>
                      </a:r>
                      <a:r>
                        <a:rPr sz="7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Résultat</a:t>
                      </a:r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 net » peu </a:t>
                      </a:r>
                      <a:r>
                        <a:rPr sz="7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alimenté</a:t>
                      </a:r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 (</a:t>
                      </a:r>
                      <a:r>
                        <a:rPr sz="7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13 532 dossiers vides (13 %)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b="0" dirty="0">
                          <a:solidFill>
                            <a:srgbClr val="333333"/>
                          </a:solidFill>
                          <a:latin typeface="+mn-lt"/>
                        </a:rPr>
                        <a:t>Campagne de fiabilisation des données KYC  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« Non communiquée » dominante sur Origine du revenu (particuliers)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325 726 dossiers (83.6 %)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b="0" dirty="0">
                          <a:solidFill>
                            <a:srgbClr val="333333"/>
                          </a:solidFill>
                          <a:latin typeface="+mn-lt"/>
                        </a:rPr>
                        <a:t>Retirer la valeur par défaut du référentiel ou le traiter comme une non-réponse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« Non communiquée » dominante sur Origine du revenu (entreprises)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11 879 dossiers (75.8 %)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b="0" dirty="0">
                          <a:solidFill>
                            <a:srgbClr val="333333"/>
                          </a:solidFill>
                          <a:latin typeface="+mn-lt"/>
                        </a:rPr>
                        <a:t>Retirer la valeur par défaut du référentiel ou le traiter comme une non-réponse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Date de </a:t>
                      </a:r>
                      <a:r>
                        <a:rPr sz="7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révision</a:t>
                      </a:r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 KYC </a:t>
                      </a:r>
                      <a:r>
                        <a:rPr sz="7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expirée</a:t>
                      </a:r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  (</a:t>
                      </a:r>
                      <a:r>
                        <a:rPr sz="7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172 454 anomalies (44.3 %)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b="0" dirty="0">
                          <a:solidFill>
                            <a:srgbClr val="333333"/>
                          </a:solidFill>
                          <a:latin typeface="+mn-lt"/>
                        </a:rPr>
                        <a:t>Campagne de fiabilisation des données KYC  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Document </a:t>
                      </a:r>
                      <a:r>
                        <a:rPr sz="7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d'identité</a:t>
                      </a:r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 </a:t>
                      </a:r>
                      <a:r>
                        <a:rPr sz="7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expiré</a:t>
                      </a:r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  (</a:t>
                      </a:r>
                      <a:r>
                        <a:rPr sz="7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91 529 anomalies (23.5 %)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b="0" dirty="0">
                          <a:solidFill>
                            <a:srgbClr val="333333"/>
                          </a:solidFill>
                          <a:latin typeface="+mn-lt"/>
                        </a:rPr>
                        <a:t>Campagne de fiabilisation des données KYC  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CA </a:t>
                      </a:r>
                      <a:r>
                        <a:rPr sz="7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positif</a:t>
                      </a:r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 </a:t>
                      </a:r>
                      <a:r>
                        <a:rPr sz="7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mais</a:t>
                      </a:r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 </a:t>
                      </a:r>
                      <a:r>
                        <a:rPr sz="7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résultat</a:t>
                      </a:r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 vide (</a:t>
                      </a:r>
                      <a:r>
                        <a:rPr sz="7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10 877 anomalies (69.4 %)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b="0" dirty="0">
                          <a:solidFill>
                            <a:srgbClr val="333333"/>
                          </a:solidFill>
                          <a:latin typeface="+mn-lt"/>
                        </a:rPr>
                        <a:t>Campagne de fiabilisation des données KYC  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Société avec capital </a:t>
                      </a:r>
                      <a:r>
                        <a:rPr sz="7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mais</a:t>
                      </a:r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 sans </a:t>
                      </a:r>
                      <a:r>
                        <a:rPr sz="7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actionnaire</a:t>
                      </a:r>
                      <a:r>
                        <a:rPr lang="fr-SN"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 </a:t>
                      </a:r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(</a:t>
                      </a:r>
                      <a:r>
                        <a:rPr sz="7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9 146 anomalies (58.3 %)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b="0" dirty="0">
                          <a:solidFill>
                            <a:srgbClr val="333333"/>
                          </a:solidFill>
                          <a:latin typeface="+mn-lt"/>
                        </a:rPr>
                        <a:t>Campagne de fiabilisation des données KYC  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SN"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Champ « </a:t>
                      </a:r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Capital social </a:t>
                      </a:r>
                      <a:r>
                        <a:rPr lang="fr-SN"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» </a:t>
                      </a:r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peu </a:t>
                      </a:r>
                      <a:r>
                        <a:rPr sz="7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alimenté</a:t>
                      </a:r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 (</a:t>
                      </a:r>
                      <a:r>
                        <a:rPr sz="7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  <a:r>
                        <a:rPr sz="700" b="0" dirty="0">
                          <a:solidFill>
                            <a:srgbClr val="333333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3 817 dossiers vides (75 %)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b="0" dirty="0">
                          <a:solidFill>
                            <a:srgbClr val="333333"/>
                          </a:solidFill>
                          <a:latin typeface="+mn-lt"/>
                        </a:rPr>
                        <a:t>Campagne de fiabilisation des données KYC  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dirty="0">
                          <a:solidFill>
                            <a:srgbClr val="333333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75AFD-B101-8EE8-279A-67C874955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>
            <a:extLst>
              <a:ext uri="{FF2B5EF4-FFF2-40B4-BE49-F238E27FC236}">
                <a16:creationId xmlns:a16="http://schemas.microsoft.com/office/drawing/2014/main" id="{B0D4A720-1B09-1DC2-DDE7-B19894F96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125339" cy="5143500"/>
          </a:xfrm>
          <a:prstGeom prst="rect">
            <a:avLst/>
          </a:prstGeom>
        </p:spPr>
      </p:pic>
      <p:pic>
        <p:nvPicPr>
          <p:cNvPr id="3" name="Image 19">
            <a:extLst>
              <a:ext uri="{FF2B5EF4-FFF2-40B4-BE49-F238E27FC236}">
                <a16:creationId xmlns:a16="http://schemas.microsoft.com/office/drawing/2014/main" id="{016B359B-4206-A1A1-31CA-18EFC1E85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661" y="0"/>
            <a:ext cx="6125339" cy="5143500"/>
          </a:xfrm>
          <a:prstGeom prst="rect">
            <a:avLst/>
          </a:prstGeom>
        </p:spPr>
      </p:pic>
      <p:sp>
        <p:nvSpPr>
          <p:cNvPr id="4" name="Text 3">
            <a:extLst>
              <a:ext uri="{FF2B5EF4-FFF2-40B4-BE49-F238E27FC236}">
                <a16:creationId xmlns:a16="http://schemas.microsoft.com/office/drawing/2014/main" id="{20C09752-8853-3C3B-D1E1-DFFBA11CB067}"/>
              </a:ext>
            </a:extLst>
          </p:cNvPr>
          <p:cNvSpPr/>
          <p:nvPr/>
        </p:nvSpPr>
        <p:spPr>
          <a:xfrm>
            <a:off x="470231" y="892139"/>
            <a:ext cx="7315200" cy="1363649"/>
          </a:xfrm>
          <a:prstGeom prst="rect">
            <a:avLst/>
          </a:prstGeom>
          <a:noFill/>
          <a:ln/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DU DOCUMENT</a:t>
            </a:r>
            <a:endParaRPr lang="en-US" sz="3200" spc="300" dirty="0">
              <a:solidFill>
                <a:schemeClr val="bg1"/>
              </a:solidFill>
            </a:endParaRPr>
          </a:p>
        </p:txBody>
      </p:sp>
      <p:pic>
        <p:nvPicPr>
          <p:cNvPr id="5" name="Image 25">
            <a:extLst>
              <a:ext uri="{FF2B5EF4-FFF2-40B4-BE49-F238E27FC236}">
                <a16:creationId xmlns:a16="http://schemas.microsoft.com/office/drawing/2014/main" id="{A0C8D2FA-0A20-7667-9B8F-D5E33F5DD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059" y="301424"/>
            <a:ext cx="1829941" cy="445009"/>
          </a:xfrm>
          <a:prstGeom prst="rect">
            <a:avLst/>
          </a:prstGeom>
        </p:spPr>
      </p:pic>
      <p:sp>
        <p:nvSpPr>
          <p:cNvPr id="6" name="Text 4">
            <a:extLst>
              <a:ext uri="{FF2B5EF4-FFF2-40B4-BE49-F238E27FC236}">
                <a16:creationId xmlns:a16="http://schemas.microsoft.com/office/drawing/2014/main" id="{47B48C79-95B8-E2CC-4396-AB134B37B014}"/>
              </a:ext>
            </a:extLst>
          </p:cNvPr>
          <p:cNvSpPr/>
          <p:nvPr/>
        </p:nvSpPr>
        <p:spPr>
          <a:xfrm>
            <a:off x="457200" y="248527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QUALITÉ ET COMPLÉTUDE DES DONNÉES KYC – BOA SN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8452099-F79D-5838-9E2B-DF73C003B9BA}"/>
              </a:ext>
            </a:extLst>
          </p:cNvPr>
          <p:cNvSpPr/>
          <p:nvPr/>
        </p:nvSpPr>
        <p:spPr>
          <a:xfrm>
            <a:off x="457200" y="3161142"/>
            <a:ext cx="3657600" cy="4572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B3C5467-16D9-C18D-14FF-67FA2E4565D2}"/>
              </a:ext>
            </a:extLst>
          </p:cNvPr>
          <p:cNvSpPr/>
          <p:nvPr/>
        </p:nvSpPr>
        <p:spPr>
          <a:xfrm>
            <a:off x="457200" y="3384165"/>
            <a:ext cx="41271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</a:t>
            </a:r>
            <a:r>
              <a:rPr lang="en-US" sz="1400" b="1" dirty="0" err="1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juillet</a:t>
            </a:r>
            <a:r>
              <a:rPr lang="en-US" sz="1400" b="1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70B46381-1195-C416-CF6D-F67FC9359711}"/>
              </a:ext>
            </a:extLst>
          </p:cNvPr>
          <p:cNvSpPr/>
          <p:nvPr/>
        </p:nvSpPr>
        <p:spPr>
          <a:xfrm>
            <a:off x="8417009" y="-913363"/>
            <a:ext cx="5029200" cy="5029200"/>
          </a:xfrm>
          <a:prstGeom prst="ellipse">
            <a:avLst/>
          </a:prstGeom>
          <a:solidFill>
            <a:schemeClr val="accent6">
              <a:lumMod val="40000"/>
              <a:lumOff val="60000"/>
              <a:alpha val="8000"/>
            </a:schemeClr>
          </a:solidFill>
          <a:ln w="12700">
            <a:solidFill>
              <a:schemeClr val="accent5">
                <a:lumMod val="50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fr-SN" sz="12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3FA70D05-292B-752D-8267-CF1256FB1D22}"/>
              </a:ext>
            </a:extLst>
          </p:cNvPr>
          <p:cNvSpPr/>
          <p:nvPr/>
        </p:nvSpPr>
        <p:spPr>
          <a:xfrm>
            <a:off x="8639939" y="-457200"/>
            <a:ext cx="3200400" cy="3200400"/>
          </a:xfrm>
          <a:prstGeom prst="ellipse">
            <a:avLst/>
          </a:prstGeom>
          <a:solidFill>
            <a:srgbClr val="00B0F0">
              <a:alpha val="12000"/>
            </a:srgbClr>
          </a:solidFill>
          <a:ln w="12700">
            <a:solidFill>
              <a:schemeClr val="accent5">
                <a:lumMod val="50000"/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fr-SN" sz="1200" dirty="0"/>
          </a:p>
        </p:txBody>
      </p:sp>
    </p:spTree>
    <p:extLst>
      <p:ext uri="{BB962C8B-B14F-4D97-AF65-F5344CB8AC3E}">
        <p14:creationId xmlns:p14="http://schemas.microsoft.com/office/powerpoint/2010/main" val="3892122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77df44e-2e8a-492b-a3d1-58b93f80df67}" enabled="1" method="Standard" siteId="{e91a3506-82bb-4f4b-ac4b-92dc6b491ff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2997</TotalTime>
  <Words>3433</Words>
  <Application>Microsoft Office PowerPoint</Application>
  <PresentationFormat>Affichage à l'écran (16:9)</PresentationFormat>
  <Paragraphs>1015</Paragraphs>
  <Slides>20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4" baseType="lpstr">
      <vt:lpstr>Aptos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Mamadou Fallou Sylla</dc:creator>
  <cp:keywords/>
  <dc:description>generated using python-pptx</dc:description>
  <cp:lastModifiedBy>Khalifa Niass</cp:lastModifiedBy>
  <cp:revision>4</cp:revision>
  <dcterms:created xsi:type="dcterms:W3CDTF">2013-01-27T09:14:16Z</dcterms:created>
  <dcterms:modified xsi:type="dcterms:W3CDTF">2026-08-05T13:03:59Z</dcterms:modified>
  <cp:category/>
</cp:coreProperties>
</file>